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背景噪声会帮助认知任务吗？
候选比较，待认知/心理学领域审阅；不得当作通用建议。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先定义可比边界
候选比较，待认知/心理学领域审阅；不得当作通用建议。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Helps：组别决定白噪声方向
候选比较，待认知/心理学领域审阅；不得当作通用建议。
[helps] doi:10.1371/journal.pone.0112768 · 第 1 页
教师评定的 8–10 岁儿童中，中等白噪声与高注意力组表现变差、低注意力组部分执行功能任务改善有关；常注意力组未见影响。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Han：低唤醒语音噪声条件
候选比较，待认知/心理学领域审阅；不得当作通用建议。
[han] doi:10.1371/journal.pone.0076261 · 第 1 页
N-back 任务中低唤醒语音噪声条件较静音和高唤醒条件反应更快；高唤醒与静音间未见显著差异。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Mohanathasan：轻度与中度条件
候选比较，待认知/心理学领域审阅；不得当作通用建议。
[mohanathasan] doi:10.1371/journal.pone.0318821 · 第 1 页
两人对话任务中，+10 dB 信噪比的轻度噪声未见短时记忆影响；−3 dB 条件下主听力任务表现受损。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同页并列：有利、未见显著差异、不利
候选比较，待认知/心理学领域审阅；不得当作通用建议。
[helps] doi:10.1371/journal.pone.0112768 · 第 1 页
教师评定的 8–10 岁儿童中，中等白噪声与高注意力组表现变差、低注意力组部分执行功能任务改善有关；常注意力组未见影响。
[han] doi:10.1371/journal.pone.0076261 · 第 1 页
N-back 任务中低唤醒语音噪声条件较静音和高唤醒条件反应更快；高唤醒与静音间未见显著差异。
[mohanathasan] doi:10.1371/journal.pone.0318821 · 第 1 页
两人对话任务中，+10 dB 信噪比的轻度噪声未见短时记忆影响；−3 dB 条件下主听力任务表现受损。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可比性矩阵：四个关键差异
候选比较，待认知/心理学领域审阅；不得当作通用建议。
[helps] doi:10.1371/journal.pone.0112768 · 第 1 页
教师评定的 8–10 岁儿童中，中等白噪声与高注意力组表现变差、低注意力组部分执行功能任务改善有关；常注意力组未见影响。
[han] doi:10.1371/journal.pone.0076261 · 第 1 页
N-back 任务中低唤醒语音噪声条件较静音和高唤醒条件反应更快；高唤醒与静音间未见显著差异。
[mohanathasan] doi:10.1371/journal.pone.0318821 · 第 1 页
两人对话任务中，+10 dB 信噪比的轻度噪声未见短时记忆影响；−3 dB 条件下主听力任务表现受损。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结论与审阅边界
候选比较，待认知/心理学领域审阅；不得当作通用建议。
[helps] doi:10.1371/journal.pone.0112768 · 第 1 页
教师评定的 8–10 岁儿童中，中等白噪声与高注意力组表现变差、低注意力组部分执行功能任务改善有关；常注意力组未见影响。
[han] doi:10.1371/journal.pone.0076261 · 第 1 页
N-back 任务中低唤醒语音噪声条件较静音和高唤醒条件反应更快；高唤醒与静音间未见显著差异。
[mohanathasan] doi:10.1371/journal.pone.0318821 · 第 1 页
两人对话任务中，+10 dB 信噪比的轻度噪声未见短时记忆影响；−3 dB 条件下主听力任务表现受损。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背景噪声会帮助认知任务吗？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三项原始研究的参与者、噪声、任务与指标不同。本稿为待领域审阅的候选证据比较，不给通用学习或医疗建议。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来源：Helps 2014；Han 2013；Mohanathasan 2025，原始论文 PDF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先定义可比边界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比较的是各研究报告的方向及条件，不合并效果量。白噪声、语音噪声和宽带背景噪声不是同一种干预；儿童分组、N-back 和对话记忆也不是同一种任务。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三篇论文 PDF 第 1 页 Abstract；不能做跨研究剂量曲线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Helps：组别决定白噪声方向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人群：教师评定的 8–10 岁儿童，三种注意力组。条件：不同白噪声水平。指标：记忆和执行功能任务。中等白噪声下，低注意力组部分执行功能任务改善，高注意力组表现变差，常注意力组未见影响。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Helps 2014，PDF 第 1 页 Results；注意力分组不等于临床诊断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[helps] doi:10.1371/journal.pone.0112768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Han：低唤醒语音噪声条件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任务：N-back 工作记忆。比较：低唤醒语音噪声、静音、高唤醒语音噪声。低唤醒条件反应较快；高唤醒与静音之间未见显著差异。语音唤醒条件不能直接代换为白噪声强度。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 2013，PDF 第 1 页 Abstract；反应时间与 ERP 均为研究指标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[han] doi:10.1371/journal.pone.0076261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Mohanathasan：轻度与中度条件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任务：听取两人对话后回忆，并执行第二任务。轻度背景噪声为 +10 dB 信噪比，实验 1/2 未见短时记忆影响；实验 3 的 −3 dB 条件使主听力任务表现受损。信噪比不是绝对音量。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Mohanathasan 2025，PDF 第 1 页 Abstract；实验条件不可互换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[mohanathasan] doi:10.1371/journal.pone.0318821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同页并列：有利、未见显著差异、不利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有利｜Helps：低注意力儿童的部分执行功能任务；Han：低唤醒语音噪声下 N-back 反应。</a:t>
            </a:r>
            <a:endParaRPr lang="en-US" sz="1700" dirty="0"/>
          </a:p>
        </p:txBody>
      </p:sp>
      <p:sp>
        <p:nvSpPr>
          <p:cNvPr id="4" name="body-2"/>
          <p:cNvSpPr/>
          <p:nvPr/>
        </p:nvSpPr>
        <p:spPr>
          <a:xfrm>
            <a:off x="822960" y="2514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未见显著差异｜Helps：常注意力组；Han：高唤醒与静音；Mohanathasan：+10 dB 对话短时记忆。</a:t>
            </a:r>
            <a:endParaRPr lang="en-US" sz="1700" dirty="0"/>
          </a:p>
        </p:txBody>
      </p:sp>
      <p:sp>
        <p:nvSpPr>
          <p:cNvPr id="5" name="body-3"/>
          <p:cNvSpPr/>
          <p:nvPr/>
        </p:nvSpPr>
        <p:spPr>
          <a:xfrm>
            <a:off x="822960" y="3611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不利｜Helps：高注意力组；Mohanathasan：−3 dB 主听力任务。</a:t>
            </a:r>
            <a:endParaRPr lang="en-US" sz="1700" dirty="0"/>
          </a:p>
        </p:txBody>
      </p:sp>
      <p:sp>
        <p:nvSpPr>
          <p:cNvPr id="6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三篇论文 PDF 第 1 页；“未见显著差异”不等于证明无效</a:t>
            </a:r>
            <a:endParaRPr lang="en-US" sz="900" dirty="0"/>
          </a:p>
        </p:txBody>
      </p:sp>
      <p:sp>
        <p:nvSpPr>
          <p:cNvPr id="7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[helps] doi:10.1371/journal.pone.0112768 · 第 1 页；[han] doi:10.1371/journal.pone.0076261 · 第 1 页；[mohanathasan] doi:10.1371/journal.pone.0318821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可比性矩阵：四个关键差异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人群｜儿童注意力分组 / N-back 受试者 / 对话听者。</a:t>
            </a:r>
            <a:endParaRPr lang="en-US" sz="1700" dirty="0"/>
          </a:p>
        </p:txBody>
      </p:sp>
      <p:sp>
        <p:nvSpPr>
          <p:cNvPr id="4" name="body-2"/>
          <p:cNvSpPr/>
          <p:nvPr/>
        </p:nvSpPr>
        <p:spPr>
          <a:xfrm>
            <a:off x="822960" y="2514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噪声｜白噪声水平 / 语音情绪唤醒 / 宽带噪声信噪比。</a:t>
            </a:r>
            <a:endParaRPr lang="en-US" sz="1700" dirty="0"/>
          </a:p>
        </p:txBody>
      </p:sp>
      <p:sp>
        <p:nvSpPr>
          <p:cNvPr id="5" name="body-3"/>
          <p:cNvSpPr/>
          <p:nvPr/>
        </p:nvSpPr>
        <p:spPr>
          <a:xfrm>
            <a:off x="822960" y="3611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任务｜记忆与执行功能 / N-back / 对话回忆与双任务。</a:t>
            </a:r>
            <a:endParaRPr lang="en-US" sz="1700" dirty="0"/>
          </a:p>
        </p:txBody>
      </p:sp>
      <p:sp>
        <p:nvSpPr>
          <p:cNvPr id="6" name="body-4"/>
          <p:cNvSpPr/>
          <p:nvPr/>
        </p:nvSpPr>
        <p:spPr>
          <a:xfrm>
            <a:off x="82296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指标｜组别任务表现 / 反应时间与 ERP / 主听力及第二任务。</a:t>
            </a:r>
            <a:endParaRPr lang="en-US" sz="1700" dirty="0"/>
          </a:p>
        </p:txBody>
      </p:sp>
      <p:sp>
        <p:nvSpPr>
          <p:cNvPr id="7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三篇论文 PDF 第 1 页；不可直接汇总为单一总体效应</a:t>
            </a:r>
            <a:endParaRPr lang="en-US" sz="900" dirty="0"/>
          </a:p>
        </p:txBody>
      </p:sp>
      <p:sp>
        <p:nvSpPr>
          <p:cNvPr id="8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[helps] doi:10.1371/journal.pone.0112768 · 第 1 页；[han] doi:10.1371/journal.pone.0076261 · 第 1 页；[mohanathasan] doi:10.1371/journal.pone.0318821 · 第 1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结论与审阅边界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417320"/>
            <a:ext cx="10424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证据方向随人群、噪声和任务而变；保留有利、未见显著差异与不利结果。Helps 披露作者与白噪声产品开发公司的关联。科研审阅仍须核对原文、冲突措辞和每页来源；真实 PowerPoint 保存重开尚未验收。</a:t>
            </a:r>
            <a:endParaRPr lang="en-US" sz="1900" dirty="0"/>
          </a:p>
        </p:txBody>
      </p:sp>
      <p:sp>
        <p:nvSpPr>
          <p:cNvPr id="4" name="footer"/>
          <p:cNvSpPr/>
          <p:nvPr/>
        </p:nvSpPr>
        <p:spPr>
          <a:xfrm>
            <a:off x="822960" y="6062472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Helps PDF 第 1 页 Competing Interests；三项研究均不能支持通用建议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[helps] doi:10.1371/journal.pone.0112768 · 第 1 页；[han] doi:10.1371/journal.pone.0076261 · 第 1 页；[mohanathasan] doi:10.1371/journal.pone.0318821 · 第 1 页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背景噪声与认知任务：三项研究候选比较</dc:title>
  <dc:subject>p0-02-noise-evidence-reference</dc:subject>
  <dc:creator>WisWork</dc:creator>
  <cp:lastModifiedBy>WisWork</cp:lastModifiedBy>
  <cp:revision>1</cp:revision>
  <dcterms:created xsi:type="dcterms:W3CDTF">2026-10-01T02:36:12Z</dcterms:created>
  <dcterms:modified xsi:type="dcterms:W3CDTF">2026-10-01T02:36:12Z</dcterms:modified>
</cp:coreProperties>
</file>