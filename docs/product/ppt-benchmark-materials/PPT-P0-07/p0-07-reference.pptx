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净销售额（百万美元）</c:v>
                </c:pt>
              </c:strCache>
            </c:strRef>
          </c:tx>
          <c:spPr>
            <a:solidFill>
              <a:srgbClr val="087D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2023 财年</c:v>
                  </c:pt>
                  <c:pt idx="1">
                    <c:v>2024 财年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383285</c:v>
                </c:pt>
                <c:pt idx="1">
                  <c:v>391035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净利润（百万美元）</c:v>
                </c:pt>
              </c:strCache>
            </c:strRef>
          </c:tx>
          <c:spPr>
            <a:solidFill>
              <a:srgbClr val="087D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2023 财年</c:v>
                  </c:pt>
                  <c:pt idx="1">
                    <c:v>2024 财年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96995</c:v>
                </c:pt>
                <c:pt idx="1">
                  <c:v>93736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经营活动现金流（百万美元）</c:v>
                </c:pt>
              </c:strCache>
            </c:strRef>
          </c:tx>
          <c:spPr>
            <a:solidFill>
              <a:srgbClr val="087D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2023 财年</c:v>
                  </c:pt>
                  <c:pt idx="1">
                    <c:v>2024 财年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110543</c:v>
                </c:pt>
                <c:pt idx="1">
                  <c:v>118254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2024 财年表现：期间与来源
参考稿：年度审计数值与未经审计业绩披露分开；同比为独立计算。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目录与审计口径
参考稿：年度审计数值与未经审计业绩披露分开；同比为独立计算。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收入：年度值与同比（百万美元）
参考稿：年度审计数值与未经审计业绩披露分开；同比为独立计算。
[net_sales] Apple Inc. FY2024 Form 10-K, audited consolidated statements · 印刷第 29 页
净销售额：2024 391035，2023 383285，百万美元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利润：年度值与同比（百万美元）
参考稿：年度审计数值与未经审计业绩披露分开；同比为独立计算。
[net_income] Apple Inc. FY2024 Form 10-K, audited consolidated statements · 印刷第 29 页
净利润：2024 93736，2023 96995，百万美元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经营活动现金流：年度值与同比（百万美元）
参考稿：年度审计数值与未经审计业绩披露分开；同比为独立计算。
[operating_cash_flow] Apple Inc. FY2024 Form 10-K, audited consolidated statements · 印刷第 33 页
经营活动现金流：2024 118254，2023 110543，百万美元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三指标可编辑图表与公式
参考稿：年度审计数值与未经审计业绩披露分开；同比为独立计算。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差异、限制与待审事项
参考稿：年度审计数值与未经审计业绩披露分开；同比为独立计算。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总结与来源页码
参考稿：年度审计数值与未经审计业绩披露分开；同比为独立计算。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2024 财年表现：期间与来源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Apple 2024 财年；审计年报为主，官方业绩披露仅交叉核对。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来源：Apple FY2024 Form 10-K；待财务审阅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目录与审计口径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2024 财年截至 9 月 28 日，2023 财年截至 9 月 30 日；合并口径，单位：百万美元。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来源：Apple FY2024 Form 10-K；待财务审阅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收入：年度值与同比（百万美元）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2023：383,285；2024：391,035；同比 2.02%。审计年报第 29 页。</a:t>
            </a:r>
            <a:endParaRPr lang="en-US" sz="1800" dirty="0"/>
          </a:p>
        </p:txBody>
      </p:sp>
      <p:graphicFrame>
        <p:nvGraphicFramePr>
          <p:cNvPr id="4" name="net_sales-chart" descr=""/>
          <p:cNvGraphicFramePr/>
          <p:nvPr/>
        </p:nvGraphicFramePr>
        <p:xfrm>
          <a:off x="914400" y="2377440"/>
          <a:ext cx="987552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来源：Apple FY2024 Form 10-K，印刷第 29 页；同比为独立计算</a:t>
            </a:r>
            <a:endParaRPr lang="en-US" sz="900" dirty="0"/>
          </a:p>
        </p:txBody>
      </p:sp>
      <p:sp>
        <p:nvSpPr>
          <p:cNvPr id="6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[net_sales] Apple Inc. FY2024 Form 10-K, audited consolidated statements · 印刷第 29 页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利润：年度值与同比（百万美元）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2023：96,995；2024：93,736；同比 -3.36%，为下降。审计年报第 29 页。</a:t>
            </a:r>
            <a:endParaRPr lang="en-US" sz="1800" dirty="0"/>
          </a:p>
        </p:txBody>
      </p:sp>
      <p:graphicFrame>
        <p:nvGraphicFramePr>
          <p:cNvPr id="4" name="net_income-chart" descr=""/>
          <p:cNvGraphicFramePr/>
          <p:nvPr/>
        </p:nvGraphicFramePr>
        <p:xfrm>
          <a:off x="914400" y="2377440"/>
          <a:ext cx="987552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来源：Apple FY2024 Form 10-K，印刷第 29 页；同比为独立计算</a:t>
            </a:r>
            <a:endParaRPr lang="en-US" sz="900" dirty="0"/>
          </a:p>
        </p:txBody>
      </p:sp>
      <p:sp>
        <p:nvSpPr>
          <p:cNvPr id="6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[net_income] Apple Inc. FY2024 Form 10-K, audited consolidated statements · 印刷第 29 页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经营活动现金流：年度值与同比（百万美元）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2023：110,543；2024：118,254；同比 +6.98%。审计年报第 33 页。</a:t>
            </a:r>
            <a:endParaRPr lang="en-US" sz="1800" dirty="0"/>
          </a:p>
        </p:txBody>
      </p:sp>
      <p:graphicFrame>
        <p:nvGraphicFramePr>
          <p:cNvPr id="4" name="operating_cash_flow-chart" descr=""/>
          <p:cNvGraphicFramePr/>
          <p:nvPr/>
        </p:nvGraphicFramePr>
        <p:xfrm>
          <a:off x="914400" y="2377440"/>
          <a:ext cx="987552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来源：Apple FY2024 Form 10-K，印刷第 33 页；同比为独立计算</a:t>
            </a:r>
            <a:endParaRPr lang="en-US" sz="900" dirty="0"/>
          </a:p>
        </p:txBody>
      </p:sp>
      <p:sp>
        <p:nvSpPr>
          <p:cNvPr id="6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[operating_cash_flow] Apple Inc. FY2024 Form 10-K, audited consolidated statements · 印刷第 33 页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三指标可编辑图表与公式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同比 = (2024 值－2023 值) ÷ 2023 值 × 100%；四舍五入到百分比小数点后两位。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来源：Apple FY2024 Form 10-K；待财务审阅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差异、限制与待审事项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净利润同比下降；官方 Q4 业绩表未经审计，不能替代 Form 10-K 审计意见。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来源：Apple FY2024 Form 10-K；待财务审阅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总结与来源页码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资料时点 2024-11-01；指标和同比待财务审阅，真实 PowerPoint 编辑与重开待验收。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来源：Apple FY2024 Form 10-K；待财务审阅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Apple 2024 财年表现参考稿</dc:title>
  <dc:subject>p0-07-annual-performance-reference</dc:subject>
  <dc:creator>WisWork</dc:creator>
  <cp:lastModifiedBy>WisWork</cp:lastModifiedBy>
  <cp:revision>1</cp:revision>
  <dcterms:created xsi:type="dcterms:W3CDTF">2026-09-28T13:28:02Z</dcterms:created>
  <dcterms:modified xsi:type="dcterms:W3CDTF">2026-09-28T13:28:02Z</dcterms:modified>
</cp:coreProperties>
</file>