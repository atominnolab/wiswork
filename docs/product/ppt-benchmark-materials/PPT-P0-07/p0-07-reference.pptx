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净销售额（百万美元）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 财年</c:v>
                  </c:pt>
                  <c:pt idx="1">
                    <c:v>2024 财年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383285</c:v>
                </c:pt>
                <c:pt idx="1">
                  <c:v>391035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净利润（百万美元）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 财年</c:v>
                  </c:pt>
                  <c:pt idx="1">
                    <c:v>2024 财年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96995</c:v>
                </c:pt>
                <c:pt idx="1">
                  <c:v>93736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经营活动现金流（百万美元）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 财年</c:v>
                  </c:pt>
                  <c:pt idx="1">
                    <c:v>2024 财年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110543</c:v>
                </c:pt>
                <c:pt idx="1">
                  <c:v>118254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财年表现：期间与来源
参考稿：年度审计数值与未经审计业绩披露分开；同比为独立计算。
[basis] https://s2.q4cdn.com/470004039/files/doc_earnings/2024/q4/filing/10-Q4-2024-As-Filed.pdf ; local:data-dictionary.json · PDF 第 32 页／印刷第 29 页 ; asOf、currency、unit、basis
2024 与 2023 财年结束日分别为 2024-09-28、2023-09-30；合并报表单位为百万美元。
[audit] https://s2.q4cdn.com/470004039/files/doc_earnings/2024/q4/filing/10-Q4-2024-As-Filed.pdf · PDF 第 51 页／印刷第 48 页
主要年度数值取自包含独立审计意见的 Apple FY2024 Form 10-K。
[release-status] https://www.apple.com/newsroom/pdfs/fy2024-q4/FY24_Q4_Consolidated_Financial_Statements.pdf · PDF 第 1 页
2024-10-31 官方 Q4 业绩表标为 Unaudited，仅用于交叉核对。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目录与审计口径
参考稿：年度审计数值与未经审计业绩披露分开；同比为独立计算。
[basis] https://s2.q4cdn.com/470004039/files/doc_earnings/2024/q4/filing/10-Q4-2024-As-Filed.pdf ; local:data-dictionary.json · PDF 第 32 页／印刷第 29 页 ; asOf、currency、unit、basis
2024 与 2023 财年结束日分别为 2024-09-28、2023-09-30；合并报表单位为百万美元。
[audit] https://s2.q4cdn.com/470004039/files/doc_earnings/2024/q4/filing/10-Q4-2024-As-Filed.pdf · PDF 第 51 页／印刷第 48 页
主要年度数值取自包含独立审计意见的 Apple FY2024 Form 10-K。
[release-status] https://www.apple.com/newsroom/pdfs/fy2024-q4/FY24_Q4_Consolidated_Financial_Statements.pdf · PDF 第 1 页
2024-10-31 官方 Q4 业绩表标为 Unaudited，仅用于交叉核对。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收入：年度值与同比（百万美元）
参考稿：年度审计数值与未经审计业绩披露分开；同比为独立计算。
[net_sales-2023] https://s2.q4cdn.com/470004039/files/doc_earnings/2024/q4/filing/10-Q4-2024-As-Filed.pdf ; local:independent-recalc.csv · PDF 32 / 印 29 ; CSV net_sales FY2023
净销售额 2023 财年为 383,285 百万美元。
[net_sales-2024] https://s2.q4cdn.com/470004039/files/doc_earnings/2024/q4/filing/10-Q4-2024-As-Filed.pdf ; local:independent-recalc.csv · PDF 32 / 印 29 ; CSV net_sales FY2024
净销售额 2024 财年为 391,035 百万美元。
[net_sales-yoy] local:independent-recalc.csv · CSV net_sales 行
净销售额 2024 相对 2023 财年同比 +2.02%，为本包独立复算。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利润：年度值与同比（百万美元）
参考稿：年度审计数值与未经审计业绩披露分开；同比为独立计算。
[net_income-2023] https://s2.q4cdn.com/470004039/files/doc_earnings/2024/q4/filing/10-Q4-2024-As-Filed.pdf ; local:independent-recalc.csv · PDF 32 / 印 29 ; CSV net_income FY2023
净利润 2023 财年为 96,995 百万美元。
[net_income-2024] https://s2.q4cdn.com/470004039/files/doc_earnings/2024/q4/filing/10-Q4-2024-As-Filed.pdf ; local:independent-recalc.csv · PDF 32 / 印 29 ; CSV net_income FY2024
净利润 2024 财年为 93,736 百万美元。
[net_income-yoy] local:independent-recalc.csv · CSV net_income 行
净利润 2024 相对 2023 财年同比 -3.36%，为本包独立复算。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经营活动现金流：年度值与同比（百万美元）
参考稿：年度审计数值与未经审计业绩披露分开；同比为独立计算。
[operating_cash_flow-2023] https://s2.q4cdn.com/470004039/files/doc_earnings/2024/q4/filing/10-Q4-2024-As-Filed.pdf ; local:independent-recalc.csv · PDF 36 / 印 33 ; CSV operating_cash_flow FY2023
经营活动现金流 2023 财年为 110,543 百万美元。
[operating_cash_flow-2024] https://s2.q4cdn.com/470004039/files/doc_earnings/2024/q4/filing/10-Q4-2024-As-Filed.pdf ; local:independent-recalc.csv · PDF 36 / 印 33 ; CSV operating_cash_flow FY2024
经营活动现金流 2024 财年为 118,254 百万美元。
[operating_cash_flow-yoy] local:independent-recalc.csv · CSV operating_cash_flow 行
经营活动现金流 2024 相对 2023 财年同比 +6.98%，为本包独立复算。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三指标可编辑图表与公式
参考稿：年度审计数值与未经审计业绩披露分开；同比为独立计算。
[net_sales-yoy] local:independent-recalc.csv · CSV net_sales 行
净销售额 2024 相对 2023 财年同比 +2.02%，为本包独立复算。
[net_income-yoy] local:independent-recalc.csv · CSV net_income 行
净利润 2024 相对 2023 财年同比 -3.36%，为本包独立复算。
[operating_cash_flow-yoy] local:independent-recalc.csv · CSV operating_cash_flow 行
经营活动现金流 2024 相对 2023 财年同比 +6.98%，为本包独立复算。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差异、限制与待审事项
参考稿：年度审计数值与未经审计业绩披露分开；同比为独立计算。
[net_income-yoy] local:independent-recalc.csv · CSV net_income 行
净利润 2024 相对 2023 财年同比 -3.36%，为本包独立复算。
[release-status] https://www.apple.com/newsroom/pdfs/fy2024-q4/FY24_Q4_Consolidated_Financial_Statements.pdf · PDF 第 1 页
2024-10-31 官方 Q4 业绩表标为 Unaudited，仅用于交叉核对。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总结与来源页码
参考稿：年度审计数值与未经审计业绩披露分开；同比为独立计算。
[basis] https://s2.q4cdn.com/470004039/files/doc_earnings/2024/q4/filing/10-Q4-2024-As-Filed.pdf ; local:data-dictionary.json · PDF 第 32 页／印刷第 29 页 ; asOf、currency、unit、basis
2024 与 2023 财年结束日分别为 2024-09-28、2023-09-30；合并报表单位为百万美元。
[audit] https://s2.q4cdn.com/470004039/files/doc_earnings/2024/q4/filing/10-Q4-2024-As-Filed.pdf · PDF 第 51 页／印刷第 48 页
主要年度数值取自包含独立审计意见的 Apple FY2024 Form 10-K。
[release-status] https://www.apple.com/newsroom/pdfs/fy2024-q4/FY24_Q4_Consolidated_Financial_Statements.pdf · PDF 第 1 页
2024-10-31 官方 Q4 业绩表标为 Unaudited，仅用于交叉核对。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财年表现：期间与来源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Apple 2024 财年；审计年报为主，官方业绩披露仅交叉核对。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10-K；待财务审阅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[basis] https://s2.q4cdn.com/470004039/files/doc_earnings/2024/q4/filing/10-Q4-2024-As-Filed.pdf ; local:data-dictionary.json · PDF 第 32 页／印刷第 29 页 ; asOf、currency、unit、basis；[audit] https://s2.q4cdn.com/470004039/files/doc_earnings/2024/q4/filing/10-Q4-2024-As-Filed.pdf · PDF 第 51 页／印刷第 48 页；[release-status] https://www.apple.com/newsroom/pdfs/fy2024-q4/FY24_Q4_Consolidated_Financial_Statements.pdf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目录与审计口径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财年截至 9 月 28 日，2023 财年截至 9 月 30 日；合并口径，单位：百万美元。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10-K；待财务审阅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[basis] https://s2.q4cdn.com/470004039/files/doc_earnings/2024/q4/filing/10-Q4-2024-As-Filed.pdf ; local:data-dictionary.json · PDF 第 32 页／印刷第 29 页 ; asOf、currency、unit、basis；[audit] https://s2.q4cdn.com/470004039/files/doc_earnings/2024/q4/filing/10-Q4-2024-As-Filed.pdf · PDF 第 51 页／印刷第 48 页；[release-status] https://www.apple.com/newsroom/pdfs/fy2024-q4/FY24_Q4_Consolidated_Financial_Statements.pdf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收入：年度值与同比（百万美元）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2023：383,285；2024：391,035；同比 +2.02%。审计年报第 29 页。</a:t>
            </a:r>
            <a:endParaRPr lang="en-US" sz="1800" dirty="0"/>
          </a:p>
        </p:txBody>
      </p:sp>
      <p:graphicFrame>
        <p:nvGraphicFramePr>
          <p:cNvPr id="4" name="net_sales-chart" descr=""/>
          <p:cNvGraphicFramePr/>
          <p:nvPr/>
        </p:nvGraphicFramePr>
        <p:xfrm>
          <a:off x="914400" y="2377440"/>
          <a:ext cx="9875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10-K，印刷第 29 页；同比为独立计算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[net_sales-2023] https://s2.q4cdn.com/470004039/files/doc_earnings/2024/q4/filing/10-Q4-2024-As-Filed.pdf ; local:independent-recalc.csv · PDF 32 / 印 29 ; CSV net_sales FY2023；[net_sales-2024] https://s2.q4cdn.com/470004039/files/doc_earnings/2024/q4/filing/10-Q4-2024-As-Filed.pdf ; local:independent-recalc.csv · PDF 32 / 印 29 ; CSV net_sales FY2024；[net_sales-yoy] local:independent-recalc.csv · CSV net_sales 行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利润：年度值与同比（百万美元）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2023：96,995；2024：93,736；同比 -3.36%，为下降。审计年报第 29 页。</a:t>
            </a:r>
            <a:endParaRPr lang="en-US" sz="1800" dirty="0"/>
          </a:p>
        </p:txBody>
      </p:sp>
      <p:graphicFrame>
        <p:nvGraphicFramePr>
          <p:cNvPr id="4" name="net_income-chart" descr=""/>
          <p:cNvGraphicFramePr/>
          <p:nvPr/>
        </p:nvGraphicFramePr>
        <p:xfrm>
          <a:off x="914400" y="2377440"/>
          <a:ext cx="9875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10-K，印刷第 29 页；同比为独立计算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[net_income-2023] https://s2.q4cdn.com/470004039/files/doc_earnings/2024/q4/filing/10-Q4-2024-As-Filed.pdf ; local:independent-recalc.csv · PDF 32 / 印 29 ; CSV net_income FY2023；[net_income-2024] https://s2.q4cdn.com/470004039/files/doc_earnings/2024/q4/filing/10-Q4-2024-As-Filed.pdf ; local:independent-recalc.csv · PDF 32 / 印 29 ; CSV net_income FY2024；[net_income-yoy] local:independent-recalc.csv · CSV net_income 行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经营活动现金流：年度值与同比（百万美元）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2023：110,543；2024：118,254；同比 +6.98%。审计年报第 33 页。</a:t>
            </a:r>
            <a:endParaRPr lang="en-US" sz="1800" dirty="0"/>
          </a:p>
        </p:txBody>
      </p:sp>
      <p:graphicFrame>
        <p:nvGraphicFramePr>
          <p:cNvPr id="4" name="operating_cash_flow-chart" descr=""/>
          <p:cNvGraphicFramePr/>
          <p:nvPr/>
        </p:nvGraphicFramePr>
        <p:xfrm>
          <a:off x="914400" y="2377440"/>
          <a:ext cx="9875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10-K，印刷第 33 页；同比为独立计算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[operating_cash_flow-2023] https://s2.q4cdn.com/470004039/files/doc_earnings/2024/q4/filing/10-Q4-2024-As-Filed.pdf ; local:independent-recalc.csv · PDF 36 / 印 33 ; CSV operating_cash_flow FY2023；[operating_cash_flow-2024] https://s2.q4cdn.com/470004039/files/doc_earnings/2024/q4/filing/10-Q4-2024-As-Filed.pdf ; local:independent-recalc.csv · PDF 36 / 印 33 ; CSV operating_cash_flow FY2024；[operating_cash_flow-yoy] local:independent-recalc.csv · CSV operating_cash_flow 行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三指标可编辑图表与公式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同比 = (2024 值－2023 值) ÷ 2023 值 × 100%；四舍五入到百分比小数点后两位。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10-K；待财务审阅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[net_sales-yoy] local:independent-recalc.csv · CSV net_sales 行；[net_income-yoy] local:independent-recalc.csv · CSV net_income 行；[operating_cash_flow-yoy] local:independent-recalc.csv · CSV operating_cash_flow 行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差异、限制与待审事项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净利润同比下降；官方 Q4 业绩表未经审计，不能替代 Form 10-K 审计意见。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10-K；待财务审阅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[net_income-yoy] local:independent-recalc.csv · CSV net_income 行；[release-status] https://www.apple.com/newsroom/pdfs/fy2024-q4/FY24_Q4_Consolidated_Financial_Statements.pdf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总结与来源页码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资料时点 2024-11-01；指标和同比待财务审阅，真实 PowerPoint 编辑与重开待验收。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10-K；待财务审阅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[basis] https://s2.q4cdn.com/470004039/files/doc_earnings/2024/q4/filing/10-Q4-2024-As-Filed.pdf ; local:data-dictionary.json · PDF 第 32 页／印刷第 29 页 ; asOf、currency、unit、basis；[audit] https://s2.q4cdn.com/470004039/files/doc_earnings/2024/q4/filing/10-Q4-2024-As-Filed.pdf · PDF 第 51 页／印刷第 48 页；[release-status] https://www.apple.com/newsroom/pdfs/fy2024-q4/FY24_Q4_Consolidated_Financial_Statements.pdf · PDF 第 1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2024 财年表现候选稿</dc:title>
  <dc:subject>p0-07-annual-performance-reference</dc:subject>
  <dc:creator>WisWork</dc:creator>
  <cp:lastModifiedBy>WisWork</cp:lastModifiedBy>
  <cp:revision>1</cp:revision>
  <dcterms:created xsi:type="dcterms:W3CDTF">2026-10-01T03:52:58Z</dcterms:created>
  <dcterms:modified xsi:type="dcterms:W3CDTF">2026-10-01T03:52:58Z</dcterms:modified>
</cp:coreProperties>
</file>