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 702：历史文字与官方说明
中文为待法律专业审阅的组织释义，非官方译本；固定历史 as-of 2024-12-01。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命令与时间线
中文为待法律专业审阅的组织释义，非官方译本；固定历史 as-of 2024-12-01。
[effective] https://www.uscourts.gov/sites/default/files/2023_congressional_package_april_24_2023_0.pdf · 第 194 页
2023 命令设定 2023-12-01 生效；待决程序仅在公正且可行范围内适用。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旧版：仅作文字对照
中文为待法律专业审阅的组织释义，非官方译本；固定历史 as-of 2024-12-01。
[old] https://www.uscourts.gov/sites/default/files/federal_rules_of_evidence_december_1_2022_0.pdf · 第 29 页
2022 历史汇编 Rule 702 开头列出四项条件；仅供与后版文字比较。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新版：开头与 (d) 的差异
中文为待法律专业审阅的组织释义，非官方译本；固定历史 as-of 2024-12-01。
[old] https://www.uscourts.gov/sites/default/files/federal_rules_of_evidence_december_1_2022_0.pdf · 第 29 页
2022 历史汇编 Rule 702 开头列出四项条件；仅供与后版文字比较。
[new-opening] https://www.govinfo.gov/content/pkg/CPRT-118HPRT57151/pdf/CPRT-118HPRT57151.pdf · 第 30 页
2024 历史汇编开头增加由提出方向法院作更可能为真的展示。
[new-d] https://www.govinfo.gov/content/pkg/CPRT-118HPRT57151/pdf/CPRT-118HPRT57151.pdf · 第 31 页
2024 历史汇编 (d) 使用专家意见反映可靠应用的表述。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官方 Note：门槛与重量
中文为待法律专业审阅的组织释义，非官方译本；固定历史 as-of 2024-12-01。
[standard] https://www.uscourts.gov/sites/default/files/2023_congressional_package_april_24_2023_0.pdf · 第 210 页
官方 Note 说明 Rule 104(a) 门槛适用于规则中的可靠性要求。
[weight] https://www.uscourts.gov/sites/default/files/2023_congressional_package_april_24_2023_0.pdf · 第 211 页
官方 Note 保留部分专家证言异议属于重量而非可采性的情形。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官方 Note：意见范围与确定性
中文为待法律专业审阅的组织释义，非官方译本；固定历史 as-of 2024-12-01。
[scope] https://www.uscourts.gov/sites/default/files/2023_congressional_package_april_24_2023_0.pdf · 第 212 页
官方 Note 强调专家意见不得超出其基础与方法可靠支持的范围。
[certainty] https://www.uscourts.gov/sites/default/files/2023_congressional_package_april_24_2023_0.pdf · 第 213 页
官方 Note 对实体法要求特定确定程度的证言保留例外。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程序与联邦规则适用范围
中文为待法律专业审阅的组织释义，非官方译本；固定历史 as-of 2024-12-01。
[procedure] https://www.uscourts.gov/sites/default/files/2023_congressional_package_april_24_2023_0.pdf · 第 213 页
官方 Note 表明修订不新增特定程序。
[rule-1101] https://www.govinfo.gov/content/pkg/CPRT-118HPRT57151/pdf/CPRT-118HPRT57151.pdf · 第 43 页
联邦证据规则的适用范围须按 Rule 1101 的法院和例外条款判断。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来源与未完成审阅
中文为待法律专业审阅的组织释义，非官方译本；固定历史 as-of 2024-12-01。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Rule 702：历史文字与官方说明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822960" y="1417320"/>
            <a:ext cx="1042416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固定历史时点 2024-12-01。美国联邦证据规则的版本比较候选稿；不证明今天仍适用，也不提供个案法律意见。</a:t>
            </a:r>
            <a:endParaRPr lang="en-US" sz="1900" dirty="0"/>
          </a:p>
        </p:txBody>
      </p:sp>
      <p:sp>
        <p:nvSpPr>
          <p:cNvPr id="4" name="footer"/>
          <p:cNvSpPr/>
          <p:nvPr/>
        </p:nvSpPr>
        <p:spPr>
          <a:xfrm>
            <a:off x="822960" y="606247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2022、2024 官方汇编及 2023 最高法院修订包；法律审阅待完成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命令与时间线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822960" y="1417320"/>
            <a:ext cx="1042416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2023-04-24 最高法院命令；2023-12-01 生效。其后开始的程序按命令适用；当时待决程序仅在公正且可行范围内适用。此处不推断任何案件的具体适用性。</a:t>
            </a:r>
            <a:endParaRPr lang="en-US" sz="1900" dirty="0"/>
          </a:p>
        </p:txBody>
      </p:sp>
      <p:sp>
        <p:nvSpPr>
          <p:cNvPr id="4" name="footer"/>
          <p:cNvSpPr/>
          <p:nvPr/>
        </p:nvSpPr>
        <p:spPr>
          <a:xfrm>
            <a:off x="822960" y="606247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2023 官方修订包 PDF 194；待决程序限定必须保留</a:t>
            </a:r>
            <a:endParaRPr lang="en-US" sz="900" dirty="0"/>
          </a:p>
        </p:txBody>
      </p:sp>
      <p:sp>
        <p:nvSpPr>
          <p:cNvPr id="5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[effective] https://www.uscourts.gov/sites/default/files/2023_congressional_package_april_24_2023_0.pdf · 第 194 页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旧版：仅作文字对照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822960" y="1417320"/>
            <a:ext cx="1042416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2022 历史汇编 Rule 702 开头列出 (a)–(d) 四项条件；(d) 以专家可靠应用原则和方法到案件事实表述。旧版未含新增短语，不代表可绕开可靠性门槛。</a:t>
            </a:r>
            <a:endParaRPr lang="en-US" sz="1900" dirty="0"/>
          </a:p>
        </p:txBody>
      </p:sp>
      <p:sp>
        <p:nvSpPr>
          <p:cNvPr id="4" name="footer"/>
          <p:cNvSpPr/>
          <p:nvPr/>
        </p:nvSpPr>
        <p:spPr>
          <a:xfrm>
            <a:off x="822960" y="606247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2022 规则汇编 PDF 29 / 印刷 15；旧文不是当前适用证明</a:t>
            </a:r>
            <a:endParaRPr lang="en-US" sz="900" dirty="0"/>
          </a:p>
        </p:txBody>
      </p:sp>
      <p:sp>
        <p:nvSpPr>
          <p:cNvPr id="5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[old] https://www.uscourts.gov/sites/default/files/federal_rules_of_evidence_december_1_2022_0.pdf · 第 29 页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新版：开头与 (d) 的差异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822960" y="141732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开头｜2024 历史汇编明写提出方向法院作更可能为真的展示。</a:t>
            </a:r>
            <a:endParaRPr lang="en-US" sz="1900" dirty="0"/>
          </a:p>
        </p:txBody>
      </p:sp>
      <p:sp>
        <p:nvSpPr>
          <p:cNvPr id="4" name="body-2"/>
          <p:cNvSpPr/>
          <p:nvPr/>
        </p:nvSpPr>
        <p:spPr>
          <a:xfrm>
            <a:off x="822960" y="251460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(d)｜专家意见反映原则和方法对案件事实的可靠应用。</a:t>
            </a:r>
            <a:endParaRPr lang="en-US" sz="1900" dirty="0"/>
          </a:p>
        </p:txBody>
      </p:sp>
      <p:sp>
        <p:nvSpPr>
          <p:cNvPr id="5" name="body-3"/>
          <p:cNvSpPr/>
          <p:nvPr/>
        </p:nvSpPr>
        <p:spPr>
          <a:xfrm>
            <a:off x="822960" y="361188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(a)–(c) 条件仍在规则中；黑线稿的删除和新增须对照清洁正文。</a:t>
            </a:r>
            <a:endParaRPr lang="en-US" sz="1900" dirty="0"/>
          </a:p>
        </p:txBody>
      </p:sp>
      <p:sp>
        <p:nvSpPr>
          <p:cNvPr id="6" name="footer"/>
          <p:cNvSpPr/>
          <p:nvPr/>
        </p:nvSpPr>
        <p:spPr>
          <a:xfrm>
            <a:off x="822960" y="606247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旧 PDF 29；历史 PDF 30–31；修订包清洁文本 PDF 198</a:t>
            </a:r>
            <a:endParaRPr lang="en-US" sz="900" dirty="0"/>
          </a:p>
        </p:txBody>
      </p:sp>
      <p:sp>
        <p:nvSpPr>
          <p:cNvPr id="7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[old] https://www.uscourts.gov/sites/default/files/federal_rules_of_evidence_december_1_2022_0.pdf · 第 29 页；[new-opening] https://www.govinfo.gov/content/pkg/CPRT-118HPRT57151/pdf/CPRT-118HPRT57151.pdf · 第 30 页；[new-d] https://www.govinfo.gov/content/pkg/CPRT-118HPRT57151/pdf/CPRT-118HPRT57151.pdf · 第 31 页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官方 Note：门槛与重量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822960" y="1417320"/>
            <a:ext cx="1042416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Note 强调 Rule 104(a) 门槛适用于可靠性要求；同时保留部分异议属于证言重量而非可采性的情形。不能把任何一端概括为“所有争议只看重量”或“所有事实争议都排除专家”。</a:t>
            </a:r>
            <a:endParaRPr lang="en-US" sz="1900" dirty="0"/>
          </a:p>
        </p:txBody>
      </p:sp>
      <p:sp>
        <p:nvSpPr>
          <p:cNvPr id="4" name="footer"/>
          <p:cNvSpPr/>
          <p:nvPr/>
        </p:nvSpPr>
        <p:spPr>
          <a:xfrm>
            <a:off x="822960" y="606247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2023 修订包 Note PDF 210–211；Note 是官方解释</a:t>
            </a:r>
            <a:endParaRPr lang="en-US" sz="900" dirty="0"/>
          </a:p>
        </p:txBody>
      </p:sp>
      <p:sp>
        <p:nvSpPr>
          <p:cNvPr id="5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[standard] https://www.uscourts.gov/sites/default/files/2023_congressional_package_april_24_2023_0.pdf · 第 210 页；[weight] https://www.uscourts.gov/sites/default/files/2023_congressional_package_april_24_2023_0.pdf · 第 211 页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官方 Note：意见范围与确定性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822960" y="1417320"/>
            <a:ext cx="1042416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每项专家意见须留在其基础和方法可靠支持的范围内。对绝对确定性的警示取决于方法和出错风险；官方 Note 同时保留实体法要求特定确定程度的例外。</a:t>
            </a:r>
            <a:endParaRPr lang="en-US" sz="1900" dirty="0"/>
          </a:p>
        </p:txBody>
      </p:sp>
      <p:sp>
        <p:nvSpPr>
          <p:cNvPr id="4" name="footer"/>
          <p:cNvSpPr/>
          <p:nvPr/>
        </p:nvSpPr>
        <p:spPr>
          <a:xfrm>
            <a:off x="822960" y="606247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2023 修订包 Note PDF 212–213；不评价具体专家</a:t>
            </a:r>
            <a:endParaRPr lang="en-US" sz="900" dirty="0"/>
          </a:p>
        </p:txBody>
      </p:sp>
      <p:sp>
        <p:nvSpPr>
          <p:cNvPr id="5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[scope] https://www.uscourts.gov/sites/default/files/2023_congressional_package_april_24_2023_0.pdf · 第 212 页；[certainty] https://www.uscourts.gov/sites/default/files/2023_congressional_package_april_24_2023_0.pdf · 第 213 页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程序与联邦规则适用范围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822960" y="1417320"/>
            <a:ext cx="1042416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官方 Note 不新增特定程序。Rule 1101 规定联邦证据规则适用的法院、案件及例外；本稿不延伸至所有州法院，也不对任何待决案件作准入结论。</a:t>
            </a:r>
            <a:endParaRPr lang="en-US" sz="1900" dirty="0"/>
          </a:p>
        </p:txBody>
      </p:sp>
      <p:sp>
        <p:nvSpPr>
          <p:cNvPr id="4" name="footer"/>
          <p:cNvSpPr/>
          <p:nvPr/>
        </p:nvSpPr>
        <p:spPr>
          <a:xfrm>
            <a:off x="822960" y="606247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修订包 Note PDF 213；2024 历史汇编 Rule 1101 PDF 43–44</a:t>
            </a:r>
            <a:endParaRPr lang="en-US" sz="900" dirty="0"/>
          </a:p>
        </p:txBody>
      </p:sp>
      <p:sp>
        <p:nvSpPr>
          <p:cNvPr id="5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[procedure] https://www.uscourts.gov/sites/default/files/2023_congressional_package_april_24_2023_0.pdf · 第 213 页；[rule-1101] https://www.govinfo.gov/content/pkg/CPRT-118HPRT57151/pdf/CPRT-118HPRT57151.pdf · 第 43 页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来源与未完成审阅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822960" y="1417320"/>
            <a:ext cx="1042416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三份官方 PDF 原件与页码、摘要已冻结；此稿只展示可核对的历史文字与官方解释。法律适用、版权范围、版面与真实 PowerPoint 编辑保存重开仍待复核。</a:t>
            </a:r>
            <a:endParaRPr lang="en-US" sz="1900" dirty="0"/>
          </a:p>
        </p:txBody>
      </p:sp>
      <p:sp>
        <p:nvSpPr>
          <p:cNvPr id="4" name="footer"/>
          <p:cNvSpPr/>
          <p:nvPr/>
        </p:nvSpPr>
        <p:spPr>
          <a:xfrm>
            <a:off x="822960" y="606247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材料清单与原始 PDF；不得把字面一致当作法律审阅通过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Rule 702 历史规则比较：候选汇报</dc:title>
  <dc:subject>p0-04-rule-702-historical-reference</dc:subject>
  <dc:creator>WisWork</dc:creator>
  <cp:lastModifiedBy>WisWork</cp:lastModifiedBy>
  <cp:revision>1</cp:revision>
  <dcterms:created xsi:type="dcterms:W3CDTF">2026-10-01T03:11:24Z</dcterms:created>
  <dcterms:modified xsi:type="dcterms:W3CDTF">2026-10-01T03:11:24Z</dcterms:modified>
</cp:coreProperties>
</file>