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全球地表温度异常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外部素材失败与受控降级 · PPT-P0-14 参考稿</a:t>
            </a:r>
            <a:endParaRPr lang="en-US" sz="2100" dirty="0"/>
          </a:p>
        </p:txBody>
      </p:sp>
      <p:pic>
        <p:nvPicPr>
          <p:cNvPr id="7" name="Image 0" descr="/home/yykai/.codex/worktrees/wiswork-ppt-agent/WisWork/docs/product/ppt-benchmark-materials/PPT-P0-14/images/nasa-2024-temperature-anomaly-2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554480"/>
            <a:ext cx="4297680" cy="2423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" y="19202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075688"/>
            <a:ext cx="53400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固定时点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5528" y="2505456"/>
            <a:ext cx="5340096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于 2025-01-10 发布该可视化；本示例只讨论 2024 年及其原报告基线。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" y="3675888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3831336"/>
            <a:ext cx="53400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素材规则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95528" y="4261104"/>
            <a:ext cx="5340096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先获取并验证授权图片，确认缓存或降级方案，再写入演示文稿。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问题与证据边界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44168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科学问题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773936"/>
            <a:ext cx="5065776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如何说明“异常值”相对于基线，而不把颜色误读成绝对温度？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63056" y="1188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344168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27648" y="1773936"/>
            <a:ext cx="5065776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Earth Observatory 文章与 NASA SVS 5450 原始可视化；图像署名按 SVS 页面保留。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18688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不推断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3648456"/>
            <a:ext cx="5065776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单幅全球分布图不能证明任意城市的天气、个体事件原因或未来预测。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3063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218688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待人工复核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7648" y="3648456"/>
            <a:ext cx="5065776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固定图例、来源版权例外、专业解释及真实 PowerPoint 的可读性与编辑性。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异常值的含义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全球平均地表温度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4754880" cy="1033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+1.28 °C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76656" y="3172968"/>
            <a:ext cx="525780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 NASA 1951–1980 年平均值；不是 2024 年的绝对气温。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200" y="1298448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53896"/>
            <a:ext cx="495604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数值出处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36792" y="1883664"/>
            <a:ext cx="4956048" cy="11155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 的文字说明与 NASA Earth Observatory 2025-01-11 文章；两个来源采用同一基线。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493008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3648456"/>
            <a:ext cx="495604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表达限制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36792" y="4078224"/>
            <a:ext cx="4956048" cy="7040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不把年度异常与单月异常、地区平均或 1850–1900 年基线混用。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原图与图例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pic>
        <p:nvPicPr>
          <p:cNvPr id="6" name="Image 0" descr="/home/yykai/.codex/worktrees/wiswork-ppt-agent/WisWork/docs/product/ppt-benchmark-materials/PPT-P0-14/images/nasa-2024-temperature-anomaly-2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15568"/>
            <a:ext cx="804672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05672" y="1261872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70264" y="1417320"/>
            <a:ext cx="239572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阅读提示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70264" y="1847088"/>
            <a:ext cx="2395728" cy="20299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红色表示高于 1951–1980 平均，蓝色表示低于该平均。图中采用 °C / °F 色标；不要以颜色推算未经标注的精确地区数值。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5733288"/>
            <a:ext cx="106984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图像：NASA Scientific Visualization Studio；数据：NASA/GSFC GISS。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素材获取与写页分离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核来源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81965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页面、固定 URL 与署名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38988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下载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82512" y="181965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4K；失败时尝试 2K 候选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4728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验字节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387705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MIME、尺寸、摘要与缓存回执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44728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再写页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512" y="387705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把已验证的本地素材交给页面生产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一次受控超时的恢复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3977640"/>
        </p:xfrm>
        <a:graphic>
          <a:graphicData uri="http://schemas.openxmlformats.org/drawingml/2006/table">
            <a:tbl>
              <a:tblPr/>
              <a:tblGrid>
                <a:gridCol w="1874520"/>
                <a:gridCol w="3474720"/>
                <a:gridCol w="5532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受控输入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应记录的结果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 URL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 图片响应超时一次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超时、候选序号、未写入页面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第二候选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 图片成功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摘要、尺寸、来源与许可记录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重复取用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同一候选再次请求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命中持久缓存，不重新下载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写入页面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使用已验证的本地图片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D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原任务继续；已完成页不重复生产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596128"/>
            <a:ext cx="10607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这是预期故障注入流程；参考稿本身不是实际运行日志。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权限与交付检查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16152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71600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使用范围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801368"/>
            <a:ext cx="5065776" cy="12984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媒体使用说明一般允许教育/信息用途；该 SVS 页面要求署名。正式商用、标识、第三方素材例外仍需人工核查。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44768" y="1216152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50657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本地备份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801368"/>
            <a:ext cx="5065776" cy="12984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 与 4K 原图在材料包内保留 SHA256；降级时必须展示最终采用的 2K 图及其来源。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10899648" cy="1554480"/>
          </a:xfrm>
          <a:prstGeom prst="roundRect">
            <a:avLst>
              <a:gd name="adj" fmla="val 4706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57600"/>
            <a:ext cx="1057046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交付门禁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4087368"/>
            <a:ext cx="10570464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逐页截图、图片可见性、来源署名、保存关闭重开和可编辑对象需在真实 PowerPoint 另行验证。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D83"/>
          </a:solidFill>
          <a:ln w="12700">
            <a:solidFill>
              <a:srgbClr val="087D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结论与待核查项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650138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SVS 5450（2025-01-10）；1951–1980 基线；仅固定 2024 数据口径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1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35608"/>
            <a:ext cx="1055217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可陈述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865376"/>
            <a:ext cx="10552176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该图显示 2024 年相对 1951–1980 年基线的全球地表温度异常分布；NASA 报告全球平均异常为 +1.28 °C。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0156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故障恢复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383133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 URL 超时后可切换候选并命中缓存；是否达到原方案恢复指标，要用真实 PC / Office 回执和日志证明。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5321808" cy="1645920"/>
          </a:xfrm>
          <a:prstGeom prst="roundRect">
            <a:avLst>
              <a:gd name="adj" fmla="val 4444"/>
            </a:avLst>
          </a:prstGeom>
          <a:solidFill>
            <a:srgbClr val="E8F2F4"/>
          </a:solidFill>
          <a:ln w="12700">
            <a:solidFill>
              <a:srgbClr val="C7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3401568"/>
            <a:ext cx="499262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未证明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82512" y="3831336"/>
            <a:ext cx="49926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本稿未经气候领域审阅，也未在 PowerPoint 实机执行、保存重开或核验许可例外。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全球地表温度异常：外部素材恢复示例</dc:title>
  <dc:subject>PPT-P0-14 external asset failure and controlled fallback reference</dc:subject>
  <dc:creator>WisWork benchmark materials</dc:creator>
  <cp:lastModifiedBy>WisWork benchmark materials</cp:lastModifiedBy>
  <cp:revision>1</cp:revision>
  <dcterms:created xsi:type="dcterms:W3CDTF">2026-09-29T17:41:41Z</dcterms:created>
  <dcterms:modified xsi:type="dcterms:W3CDTF">2026-09-29T17:41:41Z</dcterms:modified>
</cp:coreProperties>
</file>