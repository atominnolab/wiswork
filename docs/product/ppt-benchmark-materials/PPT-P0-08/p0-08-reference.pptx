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sales（百万美元）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Apple Inc.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391035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and financial services revenue（百万日元）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Sony Group Corporation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13020768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跨公司收入可比性：先核对口径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资料时点与两份年度报告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财年、准则、币种和范围矩阵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Apple：原币净销售额
候选参考稿；Sony 官方 PDF 尚待下载，本稿未经财务审阅和 PowerPoint 宿主验收。
[apple-sales] https://www.sec.gov/Archives/edgar/data/320193/000032019324000123/aapl-20240928.htm · PDF 第 32 页
Apple 净销售额 391035 百万美元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Sony：原币销售及金融服务收入
候选参考稿；Sony 官方 PDF 尚待下载，本稿未经财务审阅和 PowerPoint 宿主验收。
[sony-sales] https://www.sony.com/en/SonyInfo/IR/library/FY2023_20F_PDF.pdf · PDF 第 48 页
Sony 销售及金融服务收入 13020768 百万日元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Sony 汇率换算仅作示意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不可比项与留空规则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结论、审阅和宿主验收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跨公司收入可比性：先核对口径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两家公司披露的财年、会计准则和收入范围不同；本稿不作收入差额或排名。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资料时点与两份年度报告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as-of 2024-11-01。Apple FY2024 为 Form 10-K；Sony FY2023 为 Form 20-F。Sony PDF 原件尚待本地冻结。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财年、准则、币种和范围矩阵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Apple：2024-09-28 / US GAAP / 百万美元 / 净销售额。Sony：2024-03-31 / IFRS / 百万日元 / 销售及金融服务收入。</a:t>
            </a:r>
            <a:endParaRPr lang="en-US" sz="1800" dirty="0"/>
          </a:p>
        </p:txBody>
      </p:sp>
      <p:graphicFrame>
        <p:nvGraphicFramePr>
          <p:cNvPr id="4" name="basis-matr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23160"/>
          <a:ext cx="10424160" cy="3017520"/>
        </p:xfrm>
        <a:graphic>
          <a:graphicData uri="http://schemas.openxmlformats.org/drawingml/2006/table">
            <a:tbl>
              <a:tblPr/>
              <a:tblGrid>
                <a:gridCol w="3474720"/>
                <a:gridCol w="3474720"/>
                <a:gridCol w="347472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核对项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Apple FY2024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Sony FY2023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财年结束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2024-09-28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2024-03-31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会计准则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US GAAP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IFRS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币种与单位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USD millions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JPY millions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收入范围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Net sales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Total sales and financial services revenue</a:t>
                      </a:r>
                      <a:endParaRPr lang="en-US" sz="15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Apple：原币净销售额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391,035 百万美元；Apple 2024 Form 10-K，PDF 第 32 页。不得与 Sony 原币图共用数值轴。</a:t>
            </a:r>
            <a:endParaRPr lang="en-US" sz="1800" dirty="0"/>
          </a:p>
        </p:txBody>
      </p:sp>
      <p:graphicFrame>
        <p:nvGraphicFramePr>
          <p:cNvPr id="4" name="apple-native-chart" descr=""/>
          <p:cNvGraphicFramePr/>
          <p:nvPr/>
        </p:nvGraphicFramePr>
        <p:xfrm>
          <a:off x="914400" y="2560320"/>
          <a:ext cx="9875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10-K，PDF 第 32 页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[apple-sales] https://www.sec.gov/Archives/edgar/data/320193/000032019324000123/aapl-20240928.htm · PDF 第 32 页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Sony：原币销售及金融服务收入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13,020,768 百万日元；Sony Form 20-F，PDF 第 48 页。包括金融服务收入。</a:t>
            </a:r>
            <a:endParaRPr lang="en-US" sz="1800" dirty="0"/>
          </a:p>
        </p:txBody>
      </p:sp>
      <p:graphicFrame>
        <p:nvGraphicFramePr>
          <p:cNvPr id="4" name="sony-native-chart" descr=""/>
          <p:cNvGraphicFramePr/>
          <p:nvPr/>
        </p:nvGraphicFramePr>
        <p:xfrm>
          <a:off x="914400" y="2560320"/>
          <a:ext cx="9875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来源：Sony FY2023 Form 20-F，PDF 第 48 页；原件待冻结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[sony-sales] https://www.sony.com/en/SonyInfo/IR/library/FY2023_20F_PDF.pdf · PDF 第 48 页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Sony 汇率换算仅作示意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13,020,768 ÷ 144.4 = 90,171.52 百万美元。汇率为 Sony FY2023 年平均，官方报表第 24 页。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不可比项与留空规则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同口径美元收入差额：空缺；跨公司收入排名：空缺。原因：财年结束日、准则及收入范围不同，货币换算不能消除差异。</a:t>
            </a:r>
            <a:endParaRPr lang="en-US" sz="1800" dirty="0"/>
          </a:p>
        </p:txBody>
      </p:sp>
      <p:graphicFrame>
        <p:nvGraphicFramePr>
          <p:cNvPr id="8" name="comparison-gap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23160"/>
          <a:ext cx="10424160" cy="2468880"/>
        </p:xfrm>
        <a:graphic>
          <a:graphicData uri="http://schemas.openxmlformats.org/drawingml/2006/table">
            <a:tbl>
              <a:tblPr/>
              <a:tblGrid>
                <a:gridCol w="3474720"/>
                <a:gridCol w="3474720"/>
                <a:gridCol w="347472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比较项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结果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理由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同口径美元收入差额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财年、准则和范围不同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跨公司收入排名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3248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换算不能消除口径差异</a:t>
                      </a:r>
                      <a:endParaRPr lang="en-US" sz="16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36576" marR="36576" marT="36576" marB="36576">
                    <a:lnL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87D8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结论、审阅和宿主验收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保留原币、原期间和原始口径；示意换算不支持相对规模结论。待 Sony 原件、本地摘要、财务审阅及真实 PowerPoint 重开编辑证据。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Apple 与 Sony 跨公司可比性参考稿</dc:title>
  <dc:subject>p0-08-cross-company-comparability-reference</dc:subject>
  <dc:creator>WisWork</dc:creator>
  <cp:lastModifiedBy>WisWork</cp:lastModifiedBy>
  <cp:revision>1</cp:revision>
  <dcterms:created xsi:type="dcterms:W3CDTF">2026-09-28T13:39:03Z</dcterms:created>
  <dcterms:modified xsi:type="dcterms:W3CDTF">2026-09-28T13:39:03Z</dcterms:modified>
</cp:coreProperties>
</file>