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sales（百万美元）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Apple Inc.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391035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revenues (products and financial services)（百万日元）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Toyota Motor Corporation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45095325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跨公司收入可比性：先核对口径
候选参考稿；官方原件已冻结，本稿未经财务审阅和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资料时点与两份年度报告
候选参考稿；官方原件已冻结，本稿未经财务审阅和 PowerPoint 宿主验收。
[apple-sales] https://www.sec.gov/Archives/edgar/data/320193/000032019324000123/aapl-20240928.htm ; local:basis.json · PDF 32 ; companies.apple.valueMillions
Apple FY2024 净销售额为 391,035 百万美元。
[toyota-sales] https://global.toyota/pages/global_toyota/ir/library/sec/20-F_202403_final.pdf ; https://global.toyota/pages/global_toyota/ir/library/sec/20-F_202403_final.pdf ; local:basis.json · PDF 167 ; PDF 167 ; companies.toyota.valueMillions
Toyota FY2024 销售收入为 45,095,325 百万日元，含金融服务收入。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财年、准则、币种和范围矩阵
候选参考稿；官方原件已冻结，本稿未经财务审阅和 PowerPoint 宿主验收。
[apple-sales] https://www.sec.gov/Archives/edgar/data/320193/000032019324000123/aapl-20240928.htm ; local:basis.json · PDF 32 ; companies.apple.valueMillions
Apple FY2024 净销售额为 391,035 百万美元。
[toyota-sales] https://global.toyota/pages/global_toyota/ir/library/sec/20-F_202403_final.pdf ; https://global.toyota/pages/global_toyota/ir/library/sec/20-F_202403_final.pdf ; local:basis.json · PDF 167 ; PDF 167 ; companies.toyota.valueMillions
Toyota FY2024 销售收入为 45,095,325 百万日元，含金融服务收入。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Apple：原币净销售额
候选参考稿；官方原件已冻结，本稿未经财务审阅和 PowerPoint 宿主验收。
[apple-sales] https://www.sec.gov/Archives/edgar/data/320193/000032019324000123/aapl-20240928.htm ; local:basis.json · PDF 32 ; companies.apple.valueMillions
Apple FY2024 净销售额为 391,035 百万美元。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Toyota：原币销售及金融服务收入
候选参考稿；官方原件已冻结，本稿未经财务审阅和 PowerPoint 宿主验收。
[toyota-sales] https://global.toyota/pages/global_toyota/ir/library/sec/20-F_202403_final.pdf ; https://global.toyota/pages/global_toyota/ir/library/sec/20-F_202403_final.pdf ; local:basis.json · PDF 167 ; PDF 167 ; companies.toyota.valueMillions
Toyota FY2024 销售收入为 45,095,325 百万日元，含金融服务收入。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Toyota 汇率换算仅作示意
候选参考稿；官方原件已冻结，本稿未经财务审阅和 PowerPoint 宿主验收。
[fx-period] https://global.toyota/pages/global_toyota/ir/financial-results/2024_4q_summary_en.pdf · PDF 28 FY2024 12 months
Toyota 官方汇总的 FY2024 已发生十二个月栏使用 1 美元兑 145 日元；右侧 FY2025 预测栏不能充当历史依据。
[fx-illustrative] https://global.toyota/pages/global_toyota/ir/library/sec/20-F_202403_final.pdf ; https://global.toyota/pages/global_toyota/ir/financial-results/2024_4q_summary_en.pdf ; local:independent-recalc.csv · PDF 167 ; PDF 28 FY2024 12 months ; CSV toyota_total_sales_revenues
Toyota 收入按其 FY2024 历史汇率示意换算为 311,002.24 百万美元。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不可比项与留空规则
候选参考稿；官方原件已冻结，本稿未经财务审阅和 PowerPoint 宿主验收。
[comparison-gap] https://www.sec.gov/Archives/edgar/data/320193/000032019324000123/aapl-20240928.htm ; https://global.toyota/pages/global_toyota/ir/library/sec/20-F_202403_final.pdf ; https://global.toyota/pages/global_toyota/ir/library/sec/20-F_202403_final.pdf · PDF 32 ; PDF 167 ; PDF 167
两公司财年结束日、会计准则和收入范围不同；同口径美元差额与跨公司收入排名均须留空。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结论、审阅和宿主验收
候选参考稿；官方原件已冻结，本稿未经财务审阅和 PowerPoint 宿主验收。
[comparison-gap] https://www.sec.gov/Archives/edgar/data/320193/000032019324000123/aapl-20240928.htm ; https://global.toyota/pages/global_toyota/ir/library/sec/20-F_202403_final.pdf ; https://global.toyota/pages/global_toyota/ir/library/sec/20-F_202403_final.pdf · PDF 32 ; PDF 167 ; PDF 167
两公司财年结束日、会计准则和收入范围不同；同口径美元差额与跨公司收入排名均须留空。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跨公司收入可比性：先核对口径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两家公司披露的财年、会计准则和收入范围不同；本稿不作收入差额或排名。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参考稿；资料与专业结论待审阅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资料时点与两份年度报告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as-of 2024-11-01。Apple 10-K 于 2024-11-01 披露；Toyota 20-F 于 2024-06-25 披露，汇率汇总于 2024-05-08 发布。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参考稿；资料与专业结论待审阅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[apple-sales] https://www.sec.gov/Archives/edgar/data/320193/000032019324000123/aapl-20240928.htm ; local:basis.json · PDF 32 ; companies.apple.valueMillions；[toyota-sales] https://global.toyota/pages/global_toyota/ir/library/sec/20-F_202403_final.pdf ; https://global.toyota/pages/global_toyota/ir/library/sec/20-F_202403_final.pdf ; local:basis.json · PDF 167 ; PDF 167 ; companies.toyota.valueMillions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财年、准则、币种和范围矩阵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Apple：2024-09-28 / US GAAP / 百万美元 / 净销售额。Toyota：2024-03-31 / IFRS / 百万日元 / 销售及金融服务收入。</a:t>
            </a:r>
            <a:endParaRPr lang="en-US" sz="1800" dirty="0"/>
          </a:p>
        </p:txBody>
      </p:sp>
      <p:graphicFrame>
        <p:nvGraphicFramePr>
          <p:cNvPr id="4" name="basis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23160"/>
          <a:ext cx="10424160" cy="301752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核对项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Apple FY2024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Toyota FY2024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财年结束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2024-09-28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2024-03-31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会计准则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US GAAP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IFRS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币种与单位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USD millions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JPY millions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收入范围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Net sales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Total sales revenues (products and financial services)</a:t>
                      </a:r>
                      <a:endParaRPr lang="en-US" sz="15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参考稿；资料与专业结论待审阅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[apple-sales] https://www.sec.gov/Archives/edgar/data/320193/000032019324000123/aapl-20240928.htm ; local:basis.json · PDF 32 ; companies.apple.valueMillions；[toyota-sales] https://global.toyota/pages/global_toyota/ir/library/sec/20-F_202403_final.pdf ; https://global.toyota/pages/global_toyota/ir/library/sec/20-F_202403_final.pdf ; local:basis.json · PDF 167 ; PDF 167 ; companies.toyota.valueMillions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Apple：原币净销售额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391,035 百万美元；Apple 2024 Form 10-K，PDF 第 32 页。不得与 Toyota 原币图共用数值轴。</a:t>
            </a:r>
            <a:endParaRPr lang="en-US" sz="1800" dirty="0"/>
          </a:p>
        </p:txBody>
      </p:sp>
      <p:graphicFrame>
        <p:nvGraphicFramePr>
          <p:cNvPr id="4" name="apple-native-chart" descr=""/>
          <p:cNvGraphicFramePr/>
          <p:nvPr/>
        </p:nvGraphicFramePr>
        <p:xfrm>
          <a:off x="914400" y="2560320"/>
          <a:ext cx="9875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来源：Apple FY2024 Form 10-K，PDF 第 32 页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[apple-sales] https://www.sec.gov/Archives/edgar/data/320193/000032019324000123/aapl-20240928.htm ; local:basis.json · PDF 32 ; companies.apple.valueMillions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Toyota：原币销售及金融服务收入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45,095,325 百万日元；Toyota Form 20-F，PDF 第 167 页。包括金融服务收入。</a:t>
            </a:r>
            <a:endParaRPr lang="en-US" sz="1800" dirty="0"/>
          </a:p>
        </p:txBody>
      </p:sp>
      <p:graphicFrame>
        <p:nvGraphicFramePr>
          <p:cNvPr id="4" name="toyota-native-chart" descr=""/>
          <p:cNvGraphicFramePr/>
          <p:nvPr/>
        </p:nvGraphicFramePr>
        <p:xfrm>
          <a:off x="914400" y="2560320"/>
          <a:ext cx="9875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来源：Toyota FY2024 Form 20-F，PDF 第 167 页；原件已冻结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[toyota-sales] https://global.toyota/pages/global_toyota/ir/library/sec/20-F_202403_final.pdf ; https://global.toyota/pages/global_toyota/ir/library/sec/20-F_202403_final.pdf ; local:basis.json · PDF 167 ; PDF 167 ; companies.toyota.valueMillions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Toyota 汇率换算仅作示意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45,095,325 ÷ 145 = 311,002.24 百万美元。汇率取 Toyota FY2024 历史 12 个月栏，官方汇总 PDF 第 28 页；不是 FY2025 预测栏。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参考稿；资料与专业结论待审阅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[fx-period] https://global.toyota/pages/global_toyota/ir/financial-results/2024_4q_summary_en.pdf · PDF 28 FY2024 12 months；[fx-illustrative] https://global.toyota/pages/global_toyota/ir/library/sec/20-F_202403_final.pdf ; https://global.toyota/pages/global_toyota/ir/financial-results/2024_4q_summary_en.pdf ; local:independent-recalc.csv · PDF 167 ; PDF 28 FY2024 12 months ; CSV toyota_total_sales_revenues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不可比项与留空规则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同口径美元收入差额：空缺；跨公司收入排名：空缺。原因：财年结束日、准则及收入范围不同，货币换算不能消除差异。</a:t>
            </a:r>
            <a:endParaRPr lang="en-US" sz="1800" dirty="0"/>
          </a:p>
        </p:txBody>
      </p:sp>
      <p:graphicFrame>
        <p:nvGraphicFramePr>
          <p:cNvPr id="4" name="comparison-gap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23160"/>
          <a:ext cx="10424160" cy="246888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比较项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结果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理由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同口径美元收入差额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财年、准则和范围不同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跨公司收入排名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24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换算不能消除口径差异</a:t>
                      </a:r>
                      <a:endParaRPr lang="en-US" sz="16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参考稿；资料与专业结论待审阅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[comparison-gap] https://www.sec.gov/Archives/edgar/data/320193/000032019324000123/aapl-20240928.htm ; https://global.toyota/pages/global_toyota/ir/library/sec/20-F_202403_final.pdf ; https://global.toyota/pages/global_toyota/ir/library/sec/20-F_202403_final.pdf · PDF 32 ; PDF 167 ; PDF 167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结论、审阅和宿主验收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63040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保留原币、原期间和原始口径；示意换算不支持相对规模结论。官方原件及本地摘要已冻结；仍待财务审阅及真实 PowerPoint 重开编辑证据。</a:t>
            </a:r>
            <a:endParaRPr lang="en-US" sz="18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参考稿；资料与专业结论待审阅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[comparison-gap] https://www.sec.gov/Archives/edgar/data/320193/000032019324000123/aapl-20240928.htm ; https://global.toyota/pages/global_toyota/ir/library/sec/20-F_202403_final.pdf ; https://global.toyota/pages/global_toyota/ir/library/sec/20-F_202403_final.pdf · PDF 32 ; PDF 167 ; PDF 167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与 Toyota 跨公司可比性候选稿</dc:title>
  <dc:subject>p0-08-cross-company-comparability-reference</dc:subject>
  <dc:creator>WisWork</dc:creator>
  <cp:lastModifiedBy>WisWork</cp:lastModifiedBy>
  <cp:revision>1</cp:revision>
  <dcterms:created xsi:type="dcterms:W3CDTF">2026-10-01T04:06:39Z</dcterms:created>
  <dcterms:modified xsi:type="dcterms:W3CDTF">2026-10-01T04:06:39Z</dcterms:modified>
</cp:coreProperties>
</file>