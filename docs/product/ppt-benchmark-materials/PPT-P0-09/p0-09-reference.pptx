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净销售额（百万美元）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3247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下行假设</c:v>
                  </c:pt>
                  <c:pt idx="1">
                    <c:v>基准假设</c:v>
                  </c:pt>
                  <c:pt idx="2">
                    <c:v>上行假设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371483</c:v>
                </c:pt>
                <c:pt idx="1">
                  <c:v>402766</c:v>
                </c:pt>
                <c:pt idx="2">
                  <c:v>422318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83247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8324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3247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32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8324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3247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营业利润（百万美元）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3247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下行假设</c:v>
                  </c:pt>
                  <c:pt idx="1">
                    <c:v>基准假设</c:v>
                  </c:pt>
                  <c:pt idx="2">
                    <c:v>上行假设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109587</c:v>
                </c:pt>
                <c:pt idx="1">
                  <c:v>126871</c:v>
                </c:pt>
                <c:pt idx="2">
                  <c:v>141477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83247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8324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3247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32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8324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3247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封面：历史披露与假设边界
参考稿：历史披露与自制假设分开；非 Apple 指引或预测。
[model-boundary] local:model-inputs.json · model.scenarios / model.formulas
三种情景由 WisWork 自制，仅是假设性演示，非 Apple 指引或预测。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目录与口径
参考稿：历史披露与自制假设分开；非 Apple 指引或预测。
[historical] https://www.apple.com/newsroom/pdfs/fy2024-q4/FY24_Q4_Consolidated_Financial_Statements.pdf ; https://www.apple.com/newsroom/pdfs/fy2024-q4/FY24_Q4_Consolidated_Financial_Statements.pdf · PDF 1 FY2024 12 months ; PDF 1 FY2024 12 months
Apple FY2024 截至 2024-09-28 的十二个月，净销售额 391,035、营业利润 123,216 百万美元，官方表格未经审计。
[model-boundary] local:model-inputs.json · model.scenarios / model.formulas
三种情景由 WisWork 自制，仅是假设性演示，非 Apple 指引或预测。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 财年历史披露
参考稿：历史披露与自制假设分开；非 Apple 指引或预测。
[historical] https://www.apple.com/newsroom/pdfs/fy2024-q4/FY24_Q4_Consolidated_Financial_Statements.pdf ; https://www.apple.com/newsroom/pdfs/fy2024-q4/FY24_Q4_Consolidated_Financial_Statements.pdf · PDF 1 FY2024 12 months ; PDF 1 FY2024 12 months
Apple FY2024 截至 2024-09-28 的十二个月，净销售额 391,035、营业利润 123,216 百万美元，官方表格未经审计。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情景输入与公式
参考稿：历史披露与自制假设分开；非 Apple 指引或预测。
[model-boundary] local:model-inputs.json · model.scenarios / model.formulas
三种情景由 WisWork 自制，仅是假设性演示，非 Apple 指引或预测。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三情景收入原生图表（百万美元）
参考稿：历史披露与自制假设分开；非 Apple 指引或预测。
[downside-sales] local:model-inputs.json ; local:scenario-results.csv · model.scenarios / model.formulas ; CSV downside
下行假设净销售额 371,483 百万美元，仅为自制假设结果。
[base-sales] local:model-inputs.json ; local:scenario-results.csv · model.scenarios / model.formulas ; CSV base
基准假设净销售额 402,766 百万美元，仅为自制假设结果。
[upside-sales] local:model-inputs.json ; local:scenario-results.csv · model.scenarios / model.formulas ; CSV upside
上行假设净销售额 422,318 百万美元，仅为自制假设结果。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三情景营业利润原生图表（百万美元）
参考稿：历史披露与自制假设分开；非 Apple 指引或预测。
[downside-income] local:model-inputs.json ; local:scenario-results.csv · model.scenarios / model.formulas ; CSV downside
下行假设营业利润 109,587 百万美元，仅为自制假设结果。
[base-income] local:model-inputs.json ; local:scenario-results.csv · model.scenarios / model.formulas ; CSV base
基准假设营业利润 126,871 百万美元，仅为自制假设结果。
[upside-income] local:model-inputs.json ; local:scenario-results.csv · model.scenarios / model.formulas ; CSV upside
上行假设营业利润 141,477 百万美元，仅为自制假设结果。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敏感参数与不可推断事项
参考稿：历史披露与自制假设分开；非 Apple 指引或预测。
[model-boundary] local:model-inputs.json · model.scenarios / model.formulas
三种情景由 WisWork 自制，仅是假设性演示，非 Apple 指引或预测。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结论、局限与人工审阅
参考稿：历史披露与自制假设分开；非 Apple 指引或预测。
[historical] https://www.apple.com/newsroom/pdfs/fy2024-q4/FY24_Q4_Consolidated_Financial_Statements.pdf ; https://www.apple.com/newsroom/pdfs/fy2024-q4/FY24_Q4_Consolidated_Financial_Statements.pdf · PDF 1 FY2024 12 months ; PDF 1 FY2024 12 months
Apple FY2024 截至 2024-09-28 的十二个月，净销售额 391,035、营业利润 123,216 百万美元，官方表格未经审计。
[model-boundary] local:model-inputs.json · model.scenarios / model.formulas
三种情景由 WisWork 自制，仅是假设性演示，非 Apple 指引或预测。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封面：历史披露与假设边界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Apple 2024 财年历史披露 + WisWork 自制情景；情景不是 Apple 指引。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情景假设：WisWork 自制，仅供基准测试；非 Apple 指引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[model-boundary] local:model-inputs.json · model.scenarios / model.formulas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目录与口径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历史期间：截至 2024-09-28 的十二个月；单位：百万美元；情景仅作演示。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情景假设：WisWork 自制，仅供基准测试；非 Apple 指引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[historical] https://www.apple.com/newsroom/pdfs/fy2024-q4/FY24_Q4_Consolidated_Financial_Statements.pdf ; https://www.apple.com/newsroom/pdfs/fy2024-q4/FY24_Q4_Consolidated_Financial_Statements.pdf · PDF 1 FY2024 12 months ; PDF 1 FY2024 12 months；[model-boundary] local:model-inputs.json · model.scenarios / model.formulas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 财年历史披露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历史净销售额 391,035；营业利润 123,216（百万美元，未经审计）。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来源：Apple 官方 2024 财年财务表，第 1 页；未经审计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[historical] https://www.apple.com/newsroom/pdfs/fy2024-q4/FY24_Q4_Consolidated_Financial_Statements.pdf ; https://www.apple.com/newsroom/pdfs/fy2024-q4/FY24_Q4_Consolidated_Financial_Statements.pdf · PDF 1 FY2024 12 months ; PDF 1 FY2024 12 months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情景输入与公式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下行 -5% / 29.5%；基准 +3% / 31.5%；上行 +8% / 33.5%。按输入表公式逐步取整。</a:t>
            </a:r>
            <a:endParaRPr lang="en-US" sz="17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情景假设：WisWork 自制，仅供基准测试；非 Apple 指引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[model-boundary] local:model-inputs.json · model.scenarios / model.formulas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三情景收入原生图表（百万美元）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假设性演示，非 Apple 指引或预测。净销售额单位：百万美元。</a:t>
            </a:r>
            <a:endParaRPr lang="en-US" sz="1900" dirty="0"/>
          </a:p>
        </p:txBody>
      </p:sp>
      <p:graphicFrame>
        <p:nvGraphicFramePr>
          <p:cNvPr id="4" name="scenario-sales" descr=""/>
          <p:cNvGraphicFramePr/>
          <p:nvPr/>
        </p:nvGraphicFramePr>
        <p:xfrm>
          <a:off x="914400" y="2377440"/>
          <a:ext cx="9875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情景假设：WisWork 自制，仅供基准测试；非 Apple 指引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[downside-sales] local:model-inputs.json ; local:scenario-results.csv · model.scenarios / model.formulas ; CSV downside；[base-sales] local:model-inputs.json ; local:scenario-results.csv · model.scenarios / model.formulas ; CSV base；[upside-sales] local:model-inputs.json ; local:scenario-results.csv · model.scenarios / model.formulas ; CSV upside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三情景营业利润原生图表（百万美元）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假设性演示，非 Apple 指引或预测。营业利润单位：百万美元。</a:t>
            </a:r>
            <a:endParaRPr lang="en-US" sz="1900" dirty="0"/>
          </a:p>
        </p:txBody>
      </p:sp>
      <p:graphicFrame>
        <p:nvGraphicFramePr>
          <p:cNvPr id="4" name="scenario-operating-income" descr=""/>
          <p:cNvGraphicFramePr/>
          <p:nvPr/>
        </p:nvGraphicFramePr>
        <p:xfrm>
          <a:off x="914400" y="2377440"/>
          <a:ext cx="9875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情景假设：WisWork 自制，仅供基准测试；非 Apple 指引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[downside-income] local:model-inputs.json ; local:scenario-results.csv · model.scenarios / model.formulas ; CSV downside；[base-income] local:model-inputs.json ; local:scenario-results.csv · model.scenarios / model.formulas ; CSV base；[upside-income] local:model-inputs.json ; local:scenario-results.csv · model.scenarios / model.formulas ; CSV upside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敏感参数与不可推断事项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增长率和利润率均为敏感假设；模型未覆盖税费、营运资金、现金流及股价。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情景假设：WisWork 自制，仅供基准测试；非 Apple 指引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[model-boundary] local:model-inputs.json · model.scenarios / model.formulas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结论、局限与人工审阅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历史来源：Apple 官方 2024-10-31 财务表；情景由 WisWork 自制，待财务审阅。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情景假设：WisWork 自制，仅供基准测试；非 Apple 指引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832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[historical] https://www.apple.com/newsroom/pdfs/fy2024-q4/FY24_Q4_Consolidated_Financial_Statements.pdf ; https://www.apple.com/newsroom/pdfs/fy2024-q4/FY24_Q4_Consolidated_Financial_Statements.pdf · PDF 1 FY2024 12 months ; PDF 1 FY2024 12 months；[model-boundary] local:model-inputs.json · model.scenarios / model.formulas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P0-09 情景分析参考稿：非 Apple 指引</dc:title>
  <dc:subject>p0-09-hypothetical-reference</dc:subject>
  <dc:creator>WisWork</dc:creator>
  <cp:lastModifiedBy>WisWork</cp:lastModifiedBy>
  <cp:revision>1</cp:revision>
  <dcterms:created xsi:type="dcterms:W3CDTF">2026-10-01T04:18:01Z</dcterms:created>
  <dcterms:modified xsi:type="dcterms:W3CDTF">2026-10-01T04:18:01Z</dcterms:modified>
</cp:coreProperties>
</file>