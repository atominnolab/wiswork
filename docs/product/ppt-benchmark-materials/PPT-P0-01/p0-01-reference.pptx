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报告使用开源软件的人数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8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前测 n=14</c:v>
                  </c:pt>
                  <c:pt idx="1">
                    <c:v>三个月后 n=12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7324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7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科研工作流可复现性：编程培训观察
待科研专业审阅；所有主张仅限冻结原文，不代表真实 PowerPoint 宿主验收。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问题与研究范围
待科研专业审阅；所有主张仅限冻结原文，不代表真实 PowerPoint 宿主验收。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访谈设计与样本流失
待科研专业审阅；所有主张仅限冻结原文，不代表真实 PowerPoint 宿主验收。
[sample] doi:10.1371/journal.pone.0230697 · 第 5 页
培训前 14 人、三个月后 12 人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六项清单：测量什么
待科研专业审阅；所有主张仅限冻结原文，不代表真实 PowerPoint 宿主验收。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清单均分：不可夸大变化
待科研专业审阅；所有主张仅限冻结原文，不代表真实 PowerPoint 宿主验收。
[score] doi:10.1371/journal.pone.0230697 · 第 5 页
均分 1.6/6 到 2.2/6；p=0.318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1：开源工具使用
待科研专业审阅；所有主张仅限冻结原文，不代表真实 PowerPoint 宿主验收。
[open-source] doi:10.1371/journal.pone.0230697 · 第 5 页
开源软件使用 7/14 到 10/12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定性观察与研究局限
待科研专业审阅；所有主张仅限冻结原文，不代表真实 PowerPoint 宿主验收。
[limitations] doi:10.1371/journal.pone.0230697 · 第 9 页
小样本、选择/应答、单人编码和功效限制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结论与待核验事项
待科研专业审阅；所有主张仅限冻结原文，不代表真实 PowerPoint 宿主验收。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科研工作流可复现性：编程培训观察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Deardorff（2020）基于 UCSF 生物医学研究人员的编程培训访谈与清单；这是待专业审阅的候选参考稿。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2020，PLOS ONE；候选参考稿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问题与研究范围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问题：入门编程培训后，研究人员的可复现工作流实践出现了哪些自述变化？研究对象和结论限于这项小样本观察。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1、3 页；仅限本研究样本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访谈设计与样本流失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培训前访谈 14 人，三个月后 12 人完成后访谈。分母不同，不能把两次计数直接视为同一批人的个体转变。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3、5 页；前后测分母不同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[sample] doi:10.1371/journal.pone.0230697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六项清单：测量什么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S1 Checklist 是六项可复现实践的空白测量表，不提供参与者个体原始分数。报告只使用论文已发表的汇总值。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来源：S1 Checklist PDF 第 1 页；论文 PDF 第 5 页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清单均分：不可夸大变化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六项清单均分从 1.6/6 到 2.2/6；论文报告差异未达统计显著（p = 0.318）。这不是培训因果效果的证明。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5 页；p = 0.318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[score] doi:10.1371/journal.pone.0230697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1：开源工具使用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 中“使用开源软件”为培训前 7/14、三个月后 10/12。图中展示计数，横轴同时标出不同分母。</a:t>
            </a:r>
            <a:endParaRPr lang="en-US" sz="1900" dirty="0"/>
          </a:p>
        </p:txBody>
      </p:sp>
      <p:graphicFrame>
        <p:nvGraphicFramePr>
          <p:cNvPr id="4" name="table1-open-source-native" descr=""/>
          <p:cNvGraphicFramePr/>
          <p:nvPr/>
        </p:nvGraphicFramePr>
        <p:xfrm>
          <a:off x="914400" y="2606040"/>
          <a:ext cx="98755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5 页 Table 1；前测 n=14、后测 n=12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[open-source] doi:10.1371/journal.pone.0230697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定性观察与研究局限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访谈提示受访者对“分享代码”的理解可能改变。作者列出小样本、招募/应答偏差、单人编码与定量分析功效不足等局限。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5、9 页；局限见第 9 页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[limitations] doi:10.1371/journal.pone.0230697 · 第 9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结论与待核验事项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可以报告受访者自述与清单汇总的变化；不能声称已证明普遍或因果效果。仍需科研审阅、真实 PowerPoint 的图表编辑与保存重开验收。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原件已冻结；科研审阅与 PowerPoint 宿主验收待完成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编程培训与生物医学工作流可复现性：候选科研汇报</dc:title>
  <dc:subject>p0-01-research-reference</dc:subject>
  <dc:creator>WisWork</dc:creator>
  <cp:lastModifiedBy>WisWork</cp:lastModifiedBy>
  <cp:revision>1</cp:revision>
  <dcterms:created xsi:type="dcterms:W3CDTF">2026-10-01T02:24:55Z</dcterms:created>
  <dcterms:modified xsi:type="dcterms:W3CDTF">2026-10-01T02:24:55Z</dcterms:modified>
</cp:coreProperties>
</file>