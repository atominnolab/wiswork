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使用开源软件的人数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 n=14</c:v>
                  </c:pt>
                  <c:pt idx="1">
                    <c:v>后测 n=12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研究封面
SCI-P0-17；小样本观察，不作因果推断；统计表述待科研审阅。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报告目录
SCI-P0-17；小样本观察，不作因果推断；统计表述待科研审阅。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研究问题
SCI-P0-17；小样本观察，不作因果推断；统计表述待科研审阅。
[science-claim-1] local:deardorff-2020-article.pdf · PDF 第 1 页
论文使用工作坊前后访谈观察计算工作流可复现性。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样本与方法
SCI-P0-17；小样本观察，不作因果推断；统计表述待科研审阅。
[science-claim-2] local:deardorff-2020-article.pdf · PDF 第 5 页
前测 14 人，三个月后访谈 12 人；两时点分母不同。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工作坊流程
SCI-P0-17；小样本观察，不作因果推断；统计表述待科研审阅。
[science-claim-3] local:deardorff-2020-article.pdf · PDF 第 5 页
六项清单均分 1.6/6 到 2.2/6，p=0.318；不能称为统计显著改善。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结果与原文证据
SCI-P0-17；小样本观察，不作因果推断；统计表述待科研审阅。
[science-claim-4] local:deardorff-2020-article.pdf · PDF 第 5 页
Table 1 开源软件使用人数前测 7/14、后测 10/12。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局限与可比性
SCI-P0-17；小样本观察，不作因果推断；统计表述待科研审阅。
[science-claim-5] local:deardorff-2020-article.pdf · PDF 第 9 页
小样本及分析者单人编码限制推断范围。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结论与待核验项
SCI-P0-17；小样本观察，不作因果推断；统计表述待科研审阅。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研究封面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 2020，PLOS ONE。科研汇报候选稿；本项目资料只取本论文。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报告目录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问题、方法、清单结果、Table 1 与局限依次呈现；图表保留不同分母。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论文使用工作坊前后访谈观察计算工作流可复现性。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[science-claim-1] local:deardorff-2020-article.pdf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样本与方法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前测 14 人，三个月后访谈 12 人；两时点分母不同。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[science-claim-2] local:deardorff-2020-article.pdf · PDF 第 5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工作坊流程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六项清单均分 1.6/6 到 2.2/6，p=0.318；不能称为统计显著改善。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[science-claim-3] local:deardorff-2020-article.pdf · PDF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结果与原文证据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 开源软件使用人数前测 7/14、后测 10/12。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  <p:graphicFrame>
        <p:nvGraphicFramePr>
          <p:cNvPr id="6" name="science-chart" descr=""/>
          <p:cNvGraphicFramePr/>
          <p:nvPr/>
        </p:nvGraphicFramePr>
        <p:xfrm>
          <a:off x="914400" y="2606040"/>
          <a:ext cx="9875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[science-claim-4] local:deardorff-2020-article.pdf · PDF 第 5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局限与可比性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小样本及分析者单人编码限制推断范围。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[science-claim-5] local:deardorff-2020-article.pdf · PDF 第 9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结论与待核验项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研究主张待科研审阅；原生对象和真实 PowerPoint 保存重开待验。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SCI-P0-17；来源：deardorff-2020-article.pdf；待专业审阅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科研：生物医学工作流可复现性研讨班</dc:title>
  <dc:subject>p0-17-science</dc:subject>
  <dc:creator>WisWork</dc:creator>
  <cp:lastModifiedBy>WisWork</cp:lastModifiedBy>
  <cp:revision>1</cp:revision>
  <dcterms:created xsi:type="dcterms:W3CDTF">2026-10-01T05:24:46Z</dcterms:created>
  <dcterms:modified xsi:type="dcterms:W3CDTF">2026-10-01T05:24:46Z</dcterms:modified>
</cp:coreProperties>
</file>