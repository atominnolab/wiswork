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净销售额（百万美元）</c:v>
                </c:pt>
              </c:strCache>
            </c:strRef>
          </c:tx>
          <c:spPr>
            <a:solidFill>
              <a:srgbClr val="087D83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248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FY2023</c:v>
                  </c:pt>
                  <c:pt idx="1">
                    <c:v>FY2024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383285</c:v>
                </c:pt>
                <c:pt idx="1">
                  <c:v>391035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73248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7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财务封面
FIN-P0-17；只报告 FY2024 10-K 历史披露值，不虚构预测或投资意见。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报告目录
FIN-P0-17；只报告 FY2024 10-K 历史披露值，不虚构预测或投资意见。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报告期与审计范围
FIN-P0-17；只报告 FY2024 10-K 历史披露值，不虚构预测或投资意见。
[finance-claim-1] local:apple-fy2024-form10k.pdf · PDF 第 1 页
财政年度截至 2024-09-28；与上一财年的日期不同。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收入结构
FIN-P0-17；只报告 FY2024 10-K 历史披露值，不虚构预测或投资意见。
[finance-claim-2] local:apple-fy2024-form10k.pdf · PDF 第 51 页
合并净销售额 FY2024 为 391,035 百万美元，FY2023 为 383,285 百万美元。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利润与现金流
FIN-P0-17；只报告 FY2024 10-K 历史披露值，不虚构预测或投资意见。
[finance-claim-3] local:apple-fy2024-form10k.pdf · PDF 第 32 页
净利润与现金流须分别按审计年报原表及单位核对，不将利润等同现金。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年度对照
FIN-P0-17；只报告 FY2024 10-K 历史披露值，不虚构预测或投资意见。
[finance-claim-4] local:apple-fy2024-form10k.pdf · PDF 第 35 页
原生图表并列展示两年净销售额原值；单位为百万美元。
[finance-sales-2023] local:apple-fy2024-form10k.pdf · PDF 第 32 页
FY2023 净销售额 383,285 百万美元，取自审计年报。
[finance-sales-2024] local:apple-fy2024-form10k.pdf · PDF 第 32 页
FY2024 净销售额 391,035 百万美元，取自审计年报。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口径与风险
FIN-P0-17；只报告 FY2024 10-K 历史披露值，不虚构预测或投资意见。
[finance-claim-5] local:apple-fy2024-form10k.pdf · PDF 第 3 页
比较只覆盖历史披露；重述、分类口径和风险仍待财务审阅。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结论与待财务审阅项
FIN-P0-17；只报告 FY2024 10-K 历史披露值，不虚构预测或投资意见。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财务封面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Apple FY2024 Form 10-K；本稿只使用该份冻结审计年报。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FIN-P0-17；来源：apple-fy2024-form10k.pdf；待专业审阅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报告目录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依次呈现报告期、审计身份、收入、利润与现金流、年度对照及口径。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FIN-P0-17；来源：apple-fy2024-form10k.pdf；待专业审阅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报告期与审计范围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财政年度截至 2024-09-28；与上一财年的日期不同。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FIN-P0-17；来源：apple-fy2024-form10k.pdf；待专业审阅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[finance-claim-1] local:apple-fy2024-form10k.pdf · PDF 第 1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收入结构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合并净销售额 FY2024 为 391,035 百万美元，FY2023 为 383,285 百万美元。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FIN-P0-17；来源：apple-fy2024-form10k.pdf；待专业审阅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[finance-claim-2] local:apple-fy2024-form10k.pdf · PDF 第 51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利润与现金流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净利润与现金流须分别按审计年报原表及单位核对，不将利润等同现金。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FIN-P0-17；来源：apple-fy2024-form10k.pdf；待专业审阅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[finance-claim-3] local:apple-fy2024-form10k.pdf · PDF 第 32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年度对照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原生图表并列展示两年净销售额原值；单位为百万美元。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FIN-P0-17；来源：apple-fy2024-form10k.pdf；待专业审阅</a:t>
            </a:r>
            <a:endParaRPr lang="en-US" sz="900" dirty="0"/>
          </a:p>
        </p:txBody>
      </p:sp>
      <p:graphicFrame>
        <p:nvGraphicFramePr>
          <p:cNvPr id="6" name="finance-chart" descr=""/>
          <p:cNvGraphicFramePr/>
          <p:nvPr/>
        </p:nvGraphicFramePr>
        <p:xfrm>
          <a:off x="914400" y="2606040"/>
          <a:ext cx="98755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[finance-claim-4] local:apple-fy2024-form10k.pdf · PDF 第 35 页；[finance-sales-2023] local:apple-fy2024-form10k.pdf · PDF 第 32 页；[finance-sales-2024] local:apple-fy2024-form10k.pdf · PDF 第 32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口径与风险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比较只覆盖历史披露；重述、分类口径和风险仍待财务审阅。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FIN-P0-17；来源：apple-fy2024-form10k.pdf；待专业审阅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[finance-claim-5] local:apple-fy2024-form10k.pdf · PDF 第 3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结论与待财务审阅项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本稿待财务审阅；不含预测或投资建议。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FIN-P0-17；来源：apple-fy2024-form10k.pdf；待专业审阅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财务：Apple FY2024 审计年报</dc:title>
  <dc:subject>p0-17-finance</dc:subject>
  <dc:creator>WisWork</dc:creator>
  <cp:lastModifiedBy>WisWork</cp:lastModifiedBy>
  <cp:revision>1</cp:revision>
  <dcterms:created xsi:type="dcterms:W3CDTF">2026-10-01T05:24:48Z</dcterms:created>
  <dcterms:modified xsi:type="dcterms:W3CDTF">2026-10-01T05:24:48Z</dcterms:modified>
</cp:coreProperties>
</file>