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指南封面
LAW-P0-17；只说明 EDPB 指南文本及版本，不提供个案法律意见。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报告目录
LAW-P0-17；只说明 EDPB 指南文本及版本，不提供个案法律意见。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文件版本与适用范围
LAW-P0-17；只说明 EDPB 指南文本及版本，不提供个案法律意见。
[legal-claim-1] local:edpb-guidelines-07-2020.pdf · PDF 第 1 页
封面载明 Version 2.1，并区分 2021 年通过与后续版本修订。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概念定义
LAW-P0-17；只说明 EDPB 指南文本及版本，不提供个案法律意见。
[legal-claim-2] local:edpb-guidelines-07-2020.pdf · PDF 第 3 页
指南将控制者关联于处理目的和方式的决定；具体关系需结合事实。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角色判断流程
LAW-P0-17；只说明 EDPB 指南文本及版本，不提供个案法律意见。
[legal-claim-3] local:edpb-guidelines-07-2020.pdf · PDF 第 3 页
先识别处理目的，再核对处理方式与实际决定权。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职责对照
LAW-P0-17；只说明 EDPB 指南文本及版本，不提供个案法律意见。
[legal-claim-4] local:edpb-guidelines-07-2020.pdf · PDF 第 5 页
处理者义务涉及 Article 28 安排；本页只摘要指南，不代替法规原文。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指南中的限制与例子
LAW-P0-17；只说明 EDPB 指南文本及版本，不提供个案法律意见。
[legal-claim-5] local:edpb-guidelines-07-2020.pdf · PDF 第 3 页
共同控制与处理者关系依具体活动判断，不可按名称自动认定。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待法律审阅项
LAW-P0-17；只说明 EDPB 指南文本及版本，不提供个案法律意见。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指南封面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EDPB Guidelines 07/2020 Version 2.1；本稿是指南说明候选稿。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LAW-P0-17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LAW-P0-17；来源：edpb-guidelines-07-2020.pdf；待专业审阅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报告目录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依次说明版本、控制者与处理者概念、角色判断及待审边界。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LAW-P0-17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LAW-P0-17；来源：edpb-guidelines-07-2020.pdf；待专业审阅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文件版本与适用范围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封面载明 Version 2.1，并区分 2021 年通过与后续版本修订。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LAW-P0-17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LAW-P0-17；来源：edpb-guidelines-07-2020.pdf；待专业审阅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[legal-claim-1] local:edpb-guidelines-07-2020.pdf · PDF 第 1 页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概念定义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指南将控制者关联于处理目的和方式的决定；具体关系需结合事实。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LAW-P0-17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LAW-P0-17；来源：edpb-guidelines-07-2020.pdf；待专业审阅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[legal-claim-2] local:edpb-guidelines-07-2020.pdf · PDF 第 3 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角色判断流程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先识别处理目的，再核对处理方式与实际决定权。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LAW-P0-17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LAW-P0-17；来源：edpb-guidelines-07-2020.pdf；待专业审阅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[legal-claim-3] local:edpb-guidelines-07-2020.pdf · PDF 第 3 页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职责对照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处理者义务涉及 Article 28 安排；本页只摘要指南，不代替法规原文。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LAW-P0-17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LAW-P0-17；来源：edpb-guidelines-07-2020.pdf；待专业审阅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[legal-claim-4] local:edpb-guidelines-07-2020.pdf · PDF 第 5 页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指南中的限制与例子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共同控制与处理者关系依具体活动判断，不可按名称自动认定。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LAW-P0-17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LAW-P0-17；来源：edpb-guidelines-07-2020.pdf；待专业审阅</a:t>
            </a:r>
            <a:endParaRPr lang="en-US" sz="900" dirty="0"/>
          </a:p>
        </p:txBody>
      </p:sp>
      <p:sp>
        <p:nvSpPr>
          <p:cNvPr id="6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[legal-claim-5] local:edpb-guidelines-07-2020.pdf · PDF 第 3 页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待法律审阅项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822960" y="150876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本稿待法律审阅；不作个案法律意见或现行效力结论。</a:t>
            </a:r>
            <a:endParaRPr lang="en-US" sz="1900" dirty="0"/>
          </a:p>
        </p:txBody>
      </p:sp>
      <p:sp>
        <p:nvSpPr>
          <p:cNvPr id="4" name="marker"/>
          <p:cNvSpPr/>
          <p:nvPr/>
        </p:nvSpPr>
        <p:spPr>
          <a:xfrm>
            <a:off x="82296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LAW-P0-17</a:t>
            </a:r>
            <a:endParaRPr lang="en-US" sz="1100" dirty="0"/>
          </a:p>
        </p:txBody>
      </p:sp>
      <p:sp>
        <p:nvSpPr>
          <p:cNvPr id="5" name="footer"/>
          <p:cNvSpPr/>
          <p:nvPr/>
        </p:nvSpPr>
        <p:spPr>
          <a:xfrm>
            <a:off x="82296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LAW-P0-17；来源：edpb-guidelines-07-2020.pdf；待专业审阅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规则说明：EDPB 控制者与处理者指南</dc:title>
  <dc:subject>p0-17-legal</dc:subject>
  <dc:creator>WisWork</dc:creator>
  <cp:lastModifiedBy>WisWork</cp:lastModifiedBy>
  <cp:revision>1</cp:revision>
  <dcterms:created xsi:type="dcterms:W3CDTF">2026-10-01T05:24:46Z</dcterms:created>
  <dcterms:modified xsi:type="dcterms:W3CDTF">2026-10-01T05:24:46Z</dcterms:modified>
</cp:coreProperties>
</file>