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参与者与证据路径
仅第 4 页修订：原生形状和文字表达招募、工作坊、三个月后访谈；图片为自制示意。
[illustration] local:asset-rights.json ; local:asset-rights.json · P0-13-IMG-07 ; P0-13-IMG-08
第 4 页两张自制示意图不是论文测量数据，权利来自本包声明。
Image [participant-illustration]: WisWork 自制示意图 07; license: owned; alt text: 自制示意图 07；非研究测量数据
Image [second-illustration]: WisWork self-authored schematic 8; not research measurement data; license: owned; alt text: 自制示意图 08；非研究测量数据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参与者与证据路径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研究证据路径：招募与前测 → 编程工作坊 → 三个月后访谈；示意图不是测量数据。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sp>
        <p:nvSpPr>
          <p:cNvPr id="5" name="step-1-shape"/>
          <p:cNvSpPr/>
          <p:nvPr/>
        </p:nvSpPr>
        <p:spPr>
          <a:xfrm>
            <a:off x="822960" y="2514600"/>
            <a:ext cx="3108960" cy="822960"/>
          </a:xfrm>
          <a:prstGeom prst="roundRect">
            <a:avLst/>
          </a:prstGeom>
          <a:solidFill>
            <a:srgbClr val="008086"/>
          </a:solidFill>
          <a:ln w="12700">
            <a:solidFill>
              <a:srgbClr val="008086"/>
            </a:solidFill>
            <a:prstDash val="solid"/>
          </a:ln>
        </p:spPr>
      </p:sp>
      <p:sp>
        <p:nvSpPr>
          <p:cNvPr id="6" name="step-1-label"/>
          <p:cNvSpPr/>
          <p:nvPr/>
        </p:nvSpPr>
        <p:spPr>
          <a:xfrm>
            <a:off x="969264" y="276148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招募与前测</a:t>
            </a:r>
            <a:endParaRPr lang="en-US" sz="1800" dirty="0"/>
          </a:p>
        </p:txBody>
      </p:sp>
      <p:sp>
        <p:nvSpPr>
          <p:cNvPr id="7" name="step-2-shape"/>
          <p:cNvSpPr/>
          <p:nvPr/>
        </p:nvSpPr>
        <p:spPr>
          <a:xfrm>
            <a:off x="4572000" y="2514600"/>
            <a:ext cx="3108960" cy="822960"/>
          </a:xfrm>
          <a:prstGeom prst="roundRect">
            <a:avLst/>
          </a:prstGeom>
          <a:solidFill>
            <a:srgbClr val="008086"/>
          </a:solidFill>
          <a:ln w="12700">
            <a:solidFill>
              <a:srgbClr val="008086"/>
            </a:solidFill>
            <a:prstDash val="solid"/>
          </a:ln>
        </p:spPr>
      </p:sp>
      <p:sp>
        <p:nvSpPr>
          <p:cNvPr id="8" name="step-2-label"/>
          <p:cNvSpPr/>
          <p:nvPr/>
        </p:nvSpPr>
        <p:spPr>
          <a:xfrm>
            <a:off x="4718304" y="276148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编程工作坊</a:t>
            </a:r>
            <a:endParaRPr lang="en-US" sz="1800" dirty="0"/>
          </a:p>
        </p:txBody>
      </p:sp>
      <p:sp>
        <p:nvSpPr>
          <p:cNvPr id="9" name="step-3-shape"/>
          <p:cNvSpPr/>
          <p:nvPr/>
        </p:nvSpPr>
        <p:spPr>
          <a:xfrm>
            <a:off x="8321040" y="2514600"/>
            <a:ext cx="3108960" cy="822960"/>
          </a:xfrm>
          <a:prstGeom prst="roundRect">
            <a:avLst/>
          </a:prstGeom>
          <a:solidFill>
            <a:srgbClr val="008086"/>
          </a:solidFill>
          <a:ln w="12700">
            <a:solidFill>
              <a:srgbClr val="008086"/>
            </a:solidFill>
            <a:prstDash val="solid"/>
          </a:ln>
        </p:spPr>
      </p:sp>
      <p:sp>
        <p:nvSpPr>
          <p:cNvPr id="10" name="step-3-label"/>
          <p:cNvSpPr/>
          <p:nvPr/>
        </p:nvSpPr>
        <p:spPr>
          <a:xfrm>
            <a:off x="8467344" y="276148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三个月后访谈</a:t>
            </a:r>
            <a:endParaRPr lang="en-US" sz="1800" dirty="0"/>
          </a:p>
        </p:txBody>
      </p:sp>
      <p:pic>
        <p:nvPicPr>
          <p:cNvPr id="11" name="left-image" descr="自制示意图 07；非研究测量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3977640"/>
            <a:ext cx="2194560" cy="1234440"/>
          </a:xfrm>
          <a:prstGeom prst="rect">
            <a:avLst/>
          </a:prstGeom>
        </p:spPr>
      </p:pic>
      <p:pic>
        <p:nvPicPr>
          <p:cNvPr id="12" name="right-image" descr="自制示意图 08；非研究测量数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977640"/>
            <a:ext cx="2194560" cy="1234440"/>
          </a:xfrm>
          <a:prstGeom prst="rect">
            <a:avLst/>
          </a:prstGeom>
        </p:spPr>
      </p:pic>
      <p:sp>
        <p:nvSpPr>
          <p:cNvPr id="13" name="image-caption"/>
          <p:cNvSpPr/>
          <p:nvPr/>
        </p:nvSpPr>
        <p:spPr>
          <a:xfrm>
            <a:off x="822960" y="532180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两图均为 WisWork 自制示意，不是研究测量结果</a:t>
            </a:r>
            <a:endParaRPr lang="en-US" sz="1100" dirty="0"/>
          </a:p>
        </p:txBody>
      </p:sp>
      <p:sp>
        <p:nvSpPr>
          <p:cNvPr id="14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[illustration] local:asset-rights.json ; local:asset-rights.json · P0-13-IMG-07 ; P0-13-IMG-08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计算可复现性研究：失败页单独重做候选</dc:title>
  <dc:subject>p0-18-parent-candidate</dc:subject>
  <dc:creator>WisWork</dc:creator>
  <cp:lastModifiedBy>WisWork</cp:lastModifiedBy>
  <cp:revision>1</cp:revision>
  <dcterms:created xsi:type="dcterms:W3CDTF">2026-10-01T05:47:22Z</dcterms:created>
  <dcterms:modified xsi:type="dcterms:W3CDTF">2026-10-01T05:47:22Z</dcterms:modified>
</cp:coreProperties>
</file>