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开源软件使用人数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B43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后测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22B43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22B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开源软件使用：不同分母
来源：Deardorff et al., PLOS ONE 2020；本稿为待审候选。
[open-source] https://doi.org/10.1371/journal.pone.0230697 ; https://doi.org/10.1371/journal.pone.0230697 · PDF 5 Table 1 ; PDF 5 sample
开源软件使用人数前测 7/14、后测 10/12；分母不同。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开源软件使用：不同分母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1：开源软件使用计数前测 7/14，后测 10/12，不能将计数差视作同一人的逐个变化。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graphicFrame>
        <p:nvGraphicFramePr>
          <p:cNvPr id="5" name="software-chart" descr=""/>
          <p:cNvGraphicFramePr/>
          <p:nvPr/>
        </p:nvGraphicFramePr>
        <p:xfrm>
          <a:off x="914400" y="3657600"/>
          <a:ext cx="914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[open-source] https://doi.org/10.1371/journal.pone.0230697 ; https://doi.org/10.1371/journal.pone.0230697 · PDF 5 Table 1 ; PDF 5 sample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