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研究方法与时间点
来源：Deardorff et al., PLOS ONE 2020；本稿为待审候选。
[sample] https://doi.org/10.1371/journal.pone.0230697 ; https://doi.org/10.1371/journal.pone.0230697 · PDF 1 methods ; PDF 5 sample
工作坊前访谈 14 人，三个月后完成访谈 12 人；两时点分母不同。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研究方法与时间点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工作坊前访谈 14 人，三个月后有 12 人完成后访谈；两时点分母不同。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[sample] https://doi.org/10.1371/journal.pone.0230697 ; https://doi.org/10.1371/journal.pone.0230697 · PDF 1 methods ; PDF 5 sample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