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六项清单均值</c:v>
                </c:pt>
              </c:strCache>
            </c:strRef>
          </c:tx>
          <c:spPr>
            <a:solidFill>
              <a:srgbClr val="008086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B43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前测</c:v>
                  </c:pt>
                  <c:pt idx="1">
                    <c:v>三个月后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</c:v>
                </c:pt>
                <c:pt idx="1">
                  <c:v>2.2</c:v>
                </c:pt>
              </c:numCache>
            </c:numRef>
          </c:val>
        </c:ser>
        <c:dLbls>
          <c:numFmt formatCode="#,##0.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22B43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22B4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B43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22B4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22B4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B43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六项清单均值
来源：Deardorff et al., PLOS ONE 2020；本稿为待审候选。
[score] https://doi.org/10.1371/journal.pone.0230697 · PDF 5 checklist
六项清单均值从 1.6/6 到 2.2/6，p=0.318，未达统计显著。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六项清单均值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六项清单平均分从 1.6/6 到 2.2/6；论文报告 p=0.318，未达统计显著。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graphicFrame>
        <p:nvGraphicFramePr>
          <p:cNvPr id="5" name="checklist-chart" descr=""/>
          <p:cNvGraphicFramePr/>
          <p:nvPr/>
        </p:nvGraphicFramePr>
        <p:xfrm>
          <a:off x="914400" y="3657600"/>
          <a:ext cx="9144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[score] https://doi.org/10.1371/journal.pone.0230697 · PDF 5 checklist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计算可复现性研究：失败页单独重做候选</dc:title>
  <dc:subject>p0-18-parent-candidate</dc:subject>
  <dc:creator>WisWork</dc:creator>
  <cp:lastModifiedBy>WisWork</cp:lastModifiedBy>
  <cp:revision>1</cp:revision>
  <dcterms:created xsi:type="dcterms:W3CDTF">2026-10-01T05:47:22Z</dcterms:created>
  <dcterms:modified xsi:type="dcterms:W3CDTF">2026-10-01T05:47:22Z</dcterms:modified>
</cp:coreProperties>
</file>