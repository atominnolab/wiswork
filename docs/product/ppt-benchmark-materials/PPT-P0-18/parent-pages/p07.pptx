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解释边界与局限
来源：Deardorff et al., PLOS ONE 2020；本稿为待审候选。
[limitations] https://doi.org/10.1371/journal.pone.0230697 · PDF 9 limitations
小样本、招募与应答偏差、单人编码和统计功效不足限制推断。
Attribution supplied by the input; source accuracy and license rights have not been independently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6928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解释边界与局限</a:t>
            </a:r>
            <a:endParaRPr lang="en-US" sz="2600" dirty="0"/>
          </a:p>
        </p:txBody>
      </p:sp>
      <p:sp>
        <p:nvSpPr>
          <p:cNvPr id="3" name="body"/>
          <p:cNvSpPr/>
          <p:nvPr/>
        </p:nvSpPr>
        <p:spPr>
          <a:xfrm>
            <a:off x="777240" y="16459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小样本、招募或应答偏差、单人编码及统计功效不足限制了推断。</a:t>
            </a:r>
            <a:endParaRPr lang="en-US" sz="1900" dirty="0"/>
          </a:p>
        </p:txBody>
      </p:sp>
      <p:sp>
        <p:nvSpPr>
          <p:cNvPr id="4" name="source"/>
          <p:cNvSpPr/>
          <p:nvPr/>
        </p:nvSpPr>
        <p:spPr>
          <a:xfrm>
            <a:off x="777240" y="6053328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来源：Deardorff et al., PLOS ONE 2020；待科研审阅</a:t>
            </a:r>
            <a:endParaRPr lang="en-US" sz="900" dirty="0"/>
          </a:p>
        </p:txBody>
      </p:sp>
      <p:sp>
        <p:nvSpPr>
          <p:cNvPr id="5" name="source-attribution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22B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[limitations] https://doi.org/10.1371/journal.pone.0230697 · PDF 9 limitations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计算可复现性研究：失败页单独重做候选</dc:title>
  <dc:subject>p0-18-parent-candidate</dc:subject>
  <dc:creator>WisWork</dc:creator>
  <cp:lastModifiedBy>WisWork</cp:lastModifiedBy>
  <cp:revision>1</cp:revision>
  <dcterms:created xsi:type="dcterms:W3CDTF">2026-10-01T05:47:22Z</dcterms:created>
  <dcterms:modified xsi:type="dcterms:W3CDTF">2026-10-01T05:47:22Z</dcterms:modified>
</cp:coreProperties>
</file>