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参与者与证据路径
预设布局失败：现稿主要依赖两张抽象图片，未把三步证据路径明确标为可编辑的原生流程对象；布局审阅要求重做这一页。
[illustration] local:asset-rights.json ; local:asset-rights.json · P0-13-IMG-07 ; P0-13-IMG-08
第 4 页两张自制示意图不是论文测量数据，权利来自本包声明。
Image [participant-illustration]: WisWork 自制示意图 07; license: owned; alt text: 自制示意图 07；非研究测量数据
Image [second-illustration]: WisWork self-authored schematic 8; not research measurement data; license: owned; alt text: 自制示意图 08；非研究测量数据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参与者与证据路径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两张自制示意图仅用于说明研究背景，尚未构成明确的可编辑三步证据路径。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pic>
        <p:nvPicPr>
          <p:cNvPr id="5" name="left-image" descr="自制示意图 07；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2743200"/>
            <a:ext cx="3738880" cy="2103120"/>
          </a:xfrm>
          <a:prstGeom prst="rect">
            <a:avLst/>
          </a:prstGeom>
        </p:spPr>
      </p:pic>
      <p:pic>
        <p:nvPicPr>
          <p:cNvPr id="6" name="right-image" descr="自制示意图 08；非研究测量数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520" y="2743200"/>
            <a:ext cx="3738880" cy="2103120"/>
          </a:xfrm>
          <a:prstGeom prst="rect">
            <a:avLst/>
          </a:prstGeom>
        </p:spPr>
      </p:pic>
      <p:sp>
        <p:nvSpPr>
          <p:cNvPr id="7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[illustration] local:asset-rights.json ; local:asset-rights.json · P0-13-IMG-07 ; P0-13-IMG-08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