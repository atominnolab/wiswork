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结论与后续审阅
来源：Deardorff et al., PLOS ONE 2020；本稿为待审候选。
[limitations] https://doi.org/10.1371/journal.pone.0230697 · PDF 9 limitations
小样本、招募与应答偏差、单人编码和统计功效不足限制推断。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结论与后续审阅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结论和局限并列；科研审阅与真实 PowerPoint 验收尚未完成。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https://doi.org/10.1371/journal.pone.0230697 · PDF 9 limitations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