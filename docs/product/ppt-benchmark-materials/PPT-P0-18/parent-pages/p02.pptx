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研究问题与汇报范围
来源：Deardorff et al., PLOS ONE 2020；本稿为待审候选。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研究问题与汇报范围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研究关注编程工作坊与生物医学工作流程的计算可重复性；观察变化不等于因果证明。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