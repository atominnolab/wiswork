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虚构保密合同：内部审阅
仅供自有虚构合同的本机测试；未签署、无法律效力；法律和隐私审阅待完成。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审阅范围与授权
仅供自有虚构合同的本机测试；未签署、无法律效力；法律和隐私审阅待完成。
[status] attachment:9cbec9ddc0486ba92b775afdc6db7ef3b193ede926ddda2129c97016625b0960 ; attachment:dcb6f2f58c3e05d7675fdad05d5e4c1f29099e321ecb12fc0aaeac9b337c3893 · 合同状态与本机授权 ; 测试审阅口径
材料为 WisWork 自有虚构且未签署的测试合同；仅限获准本机项目制作内部审阅稿。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条款地图：定义、例外与期限
仅供自有虚构合同的本机测试；未签署、无法律效力；法律和隐私审阅待完成。
[c1] attachment:9cbec9ddc0486ba92b775afdc6db7ef3b193ede926ddda2129c97016625b0960 · 合同第 1 条
第 1 条定义保密信息，并列出已合法知悉、非违约公开、第三方合法提供及独立开发四类例外。
[c5] attachment:9cbec9ddc0486ba92b775afdc6db7ef3b193ede926ddda2129c97016625b0960 · 合同第 5 条
第 5 条写明双方书面签署才生效；草稿约定终止后三年保密延续，当前尚未签署。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目的限制与访问控制
仅供自有虚构合同的本机测试；未签署、无法律效力；法律和隐私审阅待完成。
[c2] attachment:9cbec9ddc0486ba92b775afdc6db7ef3b193ede926ddda2129c97016625b0960 · 合同第 2 条
第 2 条只允许为示意联合设计试验评估使用信息，其他项目、模型训练、公开搜索或营销须先获书面同意。
[c3] attachment:9cbec9ddc0486ba92b775afdc6db7ef3b193ede926ddda2129c97016625b0960 ; attachment:671bdec2b9feb684fd1006c1b66552b08f55be05e88fb3922d30e633726dbfe1 · 合同第 3 条 ; 修订意见 R1
第 3 条限制必要知悉人员并要求保护和记录；获准人员、离岗撤权、分包方范围仍待确认。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依法披露与通知限定
仅供自有虚构合同的本机测试；未签署、无法律效力；法律和隐私审阅待完成。
[c4] attachment:9cbec9ddc0486ba92b775afdc6db7ef3b193ede926ddda2129c97016625b0960 ; attachment:671bdec2b9feb684fd1006c1b66552b08f55be05e88fb3922d30e633726dbfe1 · 合同第 4 条 ; 修订意见 R2
第 4 条允许依法必要披露；仅在法律允许时提前通知，通知例外和披露范围待专业审阅。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返还、删除与留存例外
仅供自有虚构合同的本机测试；未签署、无法律效力；法律和隐私审阅待完成。
[c6] attachment:9cbec9ddc0486ba92b775afdc6db7ef3b193ede926ddda2129c97016625b0960 ; attachment:671bdec2b9feb684fd1006c1b66552b08f55be05e88fb3922d30e633726dbfe1 · 合同第 6 条 ; 修订意见 R3
第 6 条草稿约定三十日返还或删除，并保留法律强制保存例外；备份和删除证明待确认。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救济、通知与争议未定
仅供自有虚构合同的本机测试；未签署、无法律效力；法律和隐私审阅待完成。
[c7] attachment:9cbec9ddc0486ba92b775afdc6db7ef3b193ede926ddda2129c97016625b0960 · 合同第 7 条
第 7 条仅写先协商补救，损失、举证、救济和适用法律仍未确定。
[c8] attachment:9cbec9ddc0486ba92b775afdc6db7ef3b193ede926ddda2129c97016625b0960 ; attachment:671bdec2b9feb684fd1006c1b66552b08f55be05e88fb3922d30e633726dbfe1 · 合同第 8 条 ; 修订意见 R4
第 8 条的通知地址、适用法律、争议机构和签署人均留待确认。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修订与人工复核
仅供自有虚构合同的本机测试；未签署、无法律效力；法律和隐私审阅待完成。
[followup] attachment:671bdec2b9feb684fd1006c1b66552b08f55be05e88fb3922d30e633726dbfe1 ; attachment:671bdec2b9feb684fd1006c1b66552b08f55be05e88fb3922d30e633726dbfe1 ; attachment:671bdec2b9feb684fd1006c1b66552b08f55be05e88fb3922d30e633726dbfe1 · 修订意见 R1 ; 修订意见 R4 ; 修订意见 R5
修订意见 R1–R5 仅是待专业审阅的建议，应由合同责任人与法律/隐私审阅人确认。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虚构保密合同：内部审阅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WisWork 自有虚构材料｜双方未签署｜仅限获准本机测试项目。此稿是条款审阅候选，不构成真实合同或法律意见。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内部测试；法律与隐私审阅待完成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审阅范围与授权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范围｜八条测试合同、内部审阅口径和五条修订意见。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边界｜禁止原始材料外发、跨项目复用及未经授权的模型请求；实际发送记录须另行核验。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合同状态与 review-policy.txt；不包含禁止披露字段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[status] attachment:9cbec9ddc0486ba92b775afdc6db7ef3b193ede926ddda2129c97016625b0960 ; attachment:dcb6f2f58c3e05d7675fdad05d5e4c1f29099e321ecb12fc0aaeac9b337c3893 · 合同状态与本机授权 ; 测试审阅口径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条款地图：定义、例外与期限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条｜保留四类例外：既有合法知悉、非违约公开、合法第三方提供、独立开发。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 条｜书面签署后才生效；终止后三年保密延续只是未签署草稿的约定。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合同第 1、5 条；不把草稿当已生效义务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[c1] attachment:9cbec9ddc0486ba92b775afdc6db7ef3b193ede926ddda2129c97016625b0960 · 合同第 1 条；[c5] attachment:9cbec9ddc0486ba92b775afdc6db7ef3b193ede926ddda2129c97016625b0960 · 合同第 5 条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目的限制与访问控制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合同原文｜第 2 条限定使用目的；第 3 条只允许必要知悉人员访问并要求保护和记录。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审阅建议｜R1 要求确认人员登记、撤权、分包方及记录保留；尚未生效。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合同第 2、3 条；R1 为待审建议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[c2] attachment:9cbec9ddc0486ba92b775afdc6db7ef3b193ede926ddda2129c97016625b0960 · 合同第 2 条；[c3] attachment:9cbec9ddc0486ba92b775afdc6db7ef3b193ede926ddda2129c97016625b0960 ; attachment:671bdec2b9feb684fd1006c1b66552b08f55be05e88fb3922d30e633726dbfe1 · 合同第 3 条 ; 修订意见 R1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依法披露与通知限定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合同原文｜第 4 条仅允许在必要范围内依法披露，且只在法律允许时提前通知。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待确认｜R2 建议专业审阅通知例外和披露范围责任；不得写成一律提前通知。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合同第 4 条；R2 为待审建议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[c4] attachment:9cbec9ddc0486ba92b775afdc6db7ef3b193ede926ddda2129c97016625b0960 ; attachment:671bdec2b9feb684fd1006c1b66552b08f55be05e88fb3922d30e633726dbfe1 · 合同第 4 条 ; 修订意见 R2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返还、删除与留存例外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合同原文｜第 6 条草稿约定三十日返还或删除；法律强制保存副本可在必要范围内保留并继续受约束。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待确认｜R3 提出备份、灾备与删除证明；不宣称系统已自动删除。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合同第 6 条；R3 为待审建议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[c6] attachment:9cbec9ddc0486ba92b775afdc6db7ef3b193ede926ddda2129c97016625b0960 ; attachment:671bdec2b9feb684fd1006c1b66552b08f55be05e88fb3922d30e633726dbfe1 · 合同第 6 条 ; 修订意见 R3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救济、通知与争议未定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7 条｜先协商补救；损失、举证、救济与适用法律未定。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788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8 条｜通知地址、法律、争议机构和签署人均未定；R4 建议签署前确认。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合同第 7、8 条；不得推断法域或赔偿数额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[c7] attachment:9cbec9ddc0486ba92b775afdc6db7ef3b193ede926ddda2129c97016625b0960 · 合同第 7 条；[c8] attachment:9cbec9ddc0486ba92b775afdc6db7ef3b193ede926ddda2129c97016625b0960 ; attachment:671bdec2b9feb684fd1006c1b66552b08f55be05e88fb3922d30e633726dbfe1 · 合同第 8 条 ; 修订意见 R4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修订与人工复核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R1–R5 是建议，不是已生效义务。合同责任人、法律与隐私审阅人须核对逐条映射、授权范围及实际发送记录，并检查 PPTX、截图、来源账本和诊断中的禁止字段。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法律/隐私、实际发送与真实 PowerPoint 验收待完成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[followup] attachment:671bdec2b9feb684fd1006c1b66552b08f55be05e88fb3922d30e633726dbfe1 ; attachment:671bdec2b9feb684fd1006c1b66552b08f55be05e88fb3922d30e633726dbfe1 ; attachment:671bdec2b9feb684fd1006c1b66552b08f55be05e88fb3922d30e633726dbfe1 · 修订意见 R1 ; 修订意见 R4 ; 修订意见 R5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虚构保密合同风险汇报：候选稿</dc:title>
  <dc:subject>p0-06-synthetic-nda-review-reference</dc:subject>
  <dc:creator>WisWork</dc:creator>
  <cp:lastModifiedBy>WisWork</cp:lastModifiedBy>
  <cp:revision>1</cp:revision>
  <dcterms:created xsi:type="dcterms:W3CDTF">2026-10-01T03:35:03Z</dcterms:created>
  <dcterms:modified xsi:type="dcterms:W3CDTF">2026-10-01T03:35:03Z</dcterms:modified>
</cp:coreProperties>
</file>