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Permitted2 同意率</c:v>
                </c:pt>
              </c:strCache>
            </c:strRef>
          </c:tx>
          <c:spPr>
            <a:solidFill>
              <a:srgbClr val="087D83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8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1_None n=489</c:v>
                  </c:pt>
                  <c:pt idx="1">
                    <c:v>2_STR n=422</c:v>
                  </c:pt>
                  <c:pt idx="2">
                    <c:v>3_SLM n=454</c:v>
                  </c:pt>
                  <c:pt idx="3">
                    <c:v>4_BMUFL n=459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85.28</c:v>
                </c:pt>
                <c:pt idx="1">
                  <c:v>86.73</c:v>
                </c:pt>
                <c:pt idx="2">
                  <c:v>90.75</c:v>
                </c:pt>
                <c:pt idx="3">
                  <c:v>91.72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Safe2 同意率</c:v>
                </c:pt>
              </c:strCache>
            </c:strRef>
          </c:tx>
          <c:spPr>
            <a:solidFill>
              <a:srgbClr val="173248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8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1_None n=489</c:v>
                  </c:pt>
                  <c:pt idx="1">
                    <c:v>2_STR n=422</c:v>
                  </c:pt>
                  <c:pt idx="2">
                    <c:v>3_SLM n=454</c:v>
                  </c:pt>
                  <c:pt idx="3">
                    <c:v>4_BMUFL n=459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64.62</c:v>
                </c:pt>
                <c:pt idx="1">
                  <c:v>62.8</c:v>
                </c:pt>
                <c:pt idx="2">
                  <c:v>67.62</c:v>
                </c:pt>
                <c:pt idx="3">
                  <c:v>69.93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7324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7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173248"/>
              </a:solidFill>
              <a:latin typeface="Noto Sans CJK SC"/>
              <a:cs typeface="Noto Sans CJK S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美国道路标志：理解与安全感
汇总比例为待专业审阅的描述性复算；真实 PowerPoint 宿主验收未完成。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研究问题与测量边界
汇总比例为待专业审阅的描述性复算；真实 PowerPoint 宿主验收未完成。
[scope] doi:10.1371/journal.pone.0136973 · 第 1 页
网络问卷考察标志理解与主观安全感，并未直接测量交通事故变化。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样本筛选：不能混用分母
汇总比例为待专业审阅的描述性复算；真实 PowerPoint 宿主验收未完成。
[sample] doi:10.1371/journal.pone.0136973 · 第 8 页
论文收集 1,978 份问卷，排除 154 份非美国答卷后分析 1,824 份。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四种标志与两车道指标
汇总比例为待专业审阅的描述性复算；真实 PowerPoint 宿主验收未完成。
[dictionary] doi:10.1371/journal.pone.0136973.s001 · 第 1 页
Permitted2 与 Safe2 分别是两车道场景的通行许可理解和主观安全感同意项。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原生图表：两项同意比例
汇总比例为待专业审阅的描述性复算；真实 PowerPoint 宿主验收未完成。
[permitted-1] local:treatment-outcomes.csv · CSV 第 2 行
1_None：Permitted2 同意 417/489 = 85.28%
[safe-1] local:treatment-outcomes.csv · CSV 第 2 行
1_None：Safe2 同意 316/489 = 64.62%
[permitted-2] local:treatment-outcomes.csv · CSV 第 3 行
2_STR：Permitted2 同意 366/422 = 86.73%
[safe-2] local:treatment-outcomes.csv · CSV 第 3 行
2_STR：Safe2 同意 265/422 = 62.8%
[permitted-3] local:treatment-outcomes.csv · CSV 第 4 行
3_SLM：Permitted2 同意 412/454 = 90.75%
[safe-3] local:treatment-outcomes.csv · CSV 第 4 行
3_SLM：Safe2 同意 307/454 = 67.62%
[permitted-4] local:treatment-outcomes.csv · CSV 第 5 行
4_BMUFL：Permitted2 同意 421/459 = 91.72%
[safe-4] local:treatment-outcomes.csv · CSV 第 5 行
4_BMUFL：Safe2 同意 321/459 = 69.93%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如何阅读组间差异
汇总比例为待专业审阅的描述性复算；真实 PowerPoint 宿主验收未完成。
[permitted-1] local:treatment-outcomes.csv · CSV 第 2 行
1_None：Permitted2 同意 417/489 = 85.28%
[safe-1] local:treatment-outcomes.csv · CSV 第 2 行
1_None：Safe2 同意 316/489 = 64.62%
[permitted-2] local:treatment-outcomes.csv · CSV 第 3 行
2_STR：Permitted2 同意 366/422 = 86.73%
[safe-2] local:treatment-outcomes.csv · CSV 第 3 行
2_STR：Safe2 同意 265/422 = 62.8%
[permitted-3] local:treatment-outcomes.csv · CSV 第 4 行
3_SLM：Permitted2 同意 412/454 = 90.75%
[safe-3] local:treatment-outcomes.csv · CSV 第 4 行
3_SLM：Safe2 同意 307/454 = 67.62%
[permitted-4] local:treatment-outcomes.csv · CSV 第 5 行
4_BMUFL：Permitted2 同意 421/459 = 91.72%
[safe-4] local:treatment-outcomes.csv · CSV 第 5 行
4_BMUFL：Safe2 同意 321/459 = 69.93%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局限：主观问卷不是事故实验
汇总比例为待专业审阅的描述性复算；真实 PowerPoint 宿主验收未完成。
[scope] doi:10.1371/journal.pone.0136973 · 第 1 页
网络问卷考察标志理解与主观安全感，并未直接测量交通事故变化。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结论与待核验事项
汇总比例为待专业审阅的描述性复算；真实 PowerPoint 宿主验收未完成。
[scope] doi:10.1371/journal.pone.0136973 · 第 1 页
网络问卷考察标志理解与主观安全感，并未直接测量交通事故变化。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美国道路标志：理解与安全感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37160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来自论文、S1 字典与去个体化汇总 CSV 的八页候选研究汇报；交通研究审阅仍待完成。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来源：Hess 与 Peterson 2015；数据为候选复算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研究问题与测量边界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37160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网络问卷考察美国道路标志是否传达骑车人可使用整条车道的规则，以及受访者的主观安全感；它没有直接观测事故率。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 PDF 第 1 页 Abstract；不外推为事故减少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[scope] doi:10.1371/journal.pone.0136973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样本筛选：不能混用分母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37160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收到 1,978 份问卷，排除 154 份非美国答卷后分析 1,824 份。四组汇总人数为 489、422、454、459，总和为 1,824。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 PDF 第 8 页 Data Analysis；汇总 CSV 的 n 列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[sample] doi:10.1371/journal.pone.0136973 · 第 8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四种标志与两车道指标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37160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四组：无标志、Share the Road、Shared Lane Markings、Bicycles May Use Full Lane。Permitted2 是对车道中央骑行许可的同意，Safe2 是对安全感的同意；两项均为主观问卷回答。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S1 Data 字典 PDF 第 1 页；按组各有自己的分母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[dictionary] doi:10.1371/journal.pone.0136973.s001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原生图表：两项同意比例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3716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计算式：各组同意人数 ÷ 该组 n × 100%，四舍五入至两位小数。图表横轴写明 n；柱形为原生可编辑数据。</a:t>
            </a:r>
            <a:endParaRPr lang="en-US" sz="1900" dirty="0"/>
          </a:p>
        </p:txBody>
      </p:sp>
      <p:graphicFrame>
        <p:nvGraphicFramePr>
          <p:cNvPr id="4" name="two-lane-agreement" descr=""/>
          <p:cNvGraphicFramePr/>
          <p:nvPr/>
        </p:nvGraphicFramePr>
        <p:xfrm>
          <a:off x="868680" y="2331720"/>
          <a:ext cx="103784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汇总 CSV：四组 Permitted2、Safe2 计数；不代表回归调整结果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[permitted-1] local:treatment-outcomes.csv · CSV 第 2 行；[safe-1] local:treatment-outcomes.csv · CSV 第 2 行；[permitted-2] local:treatment-outcomes.csv · CSV 第 3 行；[safe-2] local:treatment-outcomes.csv · CSV 第 3 行；[permitted-3] local:treatment-outcomes.csv · CSV 第 4 行；[safe-3] local:treatment-outcomes.csv · CSV 第 4 行；[permitted-4] local:treatment-outcomes.csv · CSV 第 5 行；[safe-4] local:treatment-outcomes.csv · CSV 第 5 行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如何阅读组间差异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37160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两项指标均以各组 n 为分母。候选图只给未经调整的描述性比例；不能据此声称已独立复现论文回归、置信区间或因果效应。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汇总 CSV 与 S1 字典；统计解释待交通研究审阅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[permitted-1] local:treatment-outcomes.csv · CSV 第 2 行；[safe-1] local:treatment-outcomes.csv · CSV 第 2 行；[permitted-2] local:treatment-outcomes.csv · CSV 第 3 行；[safe-2] local:treatment-outcomes.csv · CSV 第 3 行；[permitted-3] local:treatment-outcomes.csv · CSV 第 4 行；[safe-3] local:treatment-outcomes.csv · CSV 第 4 行；[permitted-4] local:treatment-outcomes.csv · CSV 第 5 行；[safe-4] local:treatment-outcomes.csv · CSV 第 5 行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局限：主观问卷不是事故实验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37160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美国受访者、Twitter 招募、道路标志理解与感知安全的调查范围，需要与真实道路行为和事故数据分开。论文建议进一步做虚拟现实与道路实验。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 PDF 第 1 页 Abstract；地域与方法边界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[scope] doi:10.1371/journal.pone.0136973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结论与待核验事项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37160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可报告各组描述性同意比例和论文的研究问题；不得将主观安全感写成事故率下降。交通研究审阅、真实 PowerPoint 图表数据编辑与保存重开仍待完成。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三份冻结材料；候选稿尚未通过专业和宿主验收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[scope] doi:10.1371/journal.pone.0136973 · 第 1 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美国道路标志：理解与安全感候选汇报</dc:title>
  <dc:subject>p0-03-road-sign-reference</dc:subject>
  <dc:creator>WisWork</dc:creator>
  <cp:lastModifiedBy>WisWork</cp:lastModifiedBy>
  <cp:revision>1</cp:revision>
  <dcterms:created xsi:type="dcterms:W3CDTF">2026-10-01T02:58:28Z</dcterms:created>
  <dcterms:modified xsi:type="dcterms:W3CDTF">2026-10-01T02:58:28Z</dcterms:modified>
</cp:coreProperties>
</file>