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论文报告值</c:v>
                </c:pt>
              </c:strCache>
            </c:strRef>
          </c:tx>
          <c:spPr>
            <a:solidFill>
              <a:srgbClr val="0080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</c:v>
                  </c:pt>
                  <c:pt idx="1">
                    <c:v>三个月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</c:v>
                </c:pt>
                <c:pt idx="1">
                  <c:v>2.2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论文报告值</c:v>
                </c:pt>
              </c:strCache>
            </c:strRef>
          </c:tx>
          <c:spPr>
            <a:solidFill>
              <a:srgbClr val="00808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</c:v>
                  </c:pt>
                  <c:pt idx="1">
                    <c:v>三个月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计算可复现性工作坊：研究汇报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PPT-P0-13 / 01</a:t>
            </a:r>
            <a:endParaRPr lang="en-US" sz="1000" dirty="0"/>
          </a:p>
        </p:txBody>
      </p:sp>
      <p:pic>
        <p:nvPicPr>
          <p:cNvPr id="5" name="Image 0" descr="自制示意图 1，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285232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01（非研究数据）</a:t>
            </a:r>
            <a:endParaRPr lang="en-US" sz="1100" dirty="0"/>
          </a:p>
        </p:txBody>
      </p:sp>
      <p:pic>
        <p:nvPicPr>
          <p:cNvPr id="7" name="Image 1" descr="自制示意图 2，非研究测量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417320"/>
            <a:ext cx="5285232" cy="297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1344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02（非研究数据）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" y="5074920"/>
            <a:ext cx="11018520" cy="0"/>
          </a:xfrm>
          <a:prstGeom prst="line">
            <a:avLst/>
          </a:prstGeom>
          <a:noFill/>
          <a:ln w="12700">
            <a:solidFill>
              <a:srgbClr val="D6E4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266944"/>
            <a:ext cx="1083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Deardorff 等，PLOS ONE 2020；本稿仅为图片编辑验收候选。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2020, CC BY 4.0；示意图：WisWork 自制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研究问题与汇报范围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PPT-P0-13 / 02</a:t>
            </a:r>
            <a:endParaRPr lang="en-US" sz="1000" dirty="0"/>
          </a:p>
        </p:txBody>
      </p:sp>
      <p:pic>
        <p:nvPicPr>
          <p:cNvPr id="5" name="Image 0" descr="自制示意图 3，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285232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03（非研究数据）</a:t>
            </a:r>
            <a:endParaRPr lang="en-US" sz="1100" dirty="0"/>
          </a:p>
        </p:txBody>
      </p:sp>
      <p:pic>
        <p:nvPicPr>
          <p:cNvPr id="7" name="Image 1" descr="自制示意图 4，非研究测量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417320"/>
            <a:ext cx="5285232" cy="297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1344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04（非研究数据）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" y="5074920"/>
            <a:ext cx="11018520" cy="0"/>
          </a:xfrm>
          <a:prstGeom prst="line">
            <a:avLst/>
          </a:prstGeom>
          <a:noFill/>
          <a:ln w="12700">
            <a:solidFill>
              <a:srgbClr val="D6E4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266944"/>
            <a:ext cx="1083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关注工作坊后的计算实践；不把观察变化表述为因果效果。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2020, CC BY 4.0；示意图：WisWork 自制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研究方法与时间点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PPT-P0-13 / 03</a:t>
            </a:r>
            <a:endParaRPr lang="en-US" sz="1000" dirty="0"/>
          </a:p>
        </p:txBody>
      </p:sp>
      <p:pic>
        <p:nvPicPr>
          <p:cNvPr id="5" name="Image 0" descr="自制示意图 5，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285232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05（非研究数据）</a:t>
            </a:r>
            <a:endParaRPr lang="en-US" sz="1100" dirty="0"/>
          </a:p>
        </p:txBody>
      </p:sp>
      <p:pic>
        <p:nvPicPr>
          <p:cNvPr id="7" name="Image 1" descr="自制示意图 6，非研究测量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417320"/>
            <a:ext cx="5285232" cy="297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1344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06（非研究数据）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" y="5074920"/>
            <a:ext cx="11018520" cy="0"/>
          </a:xfrm>
          <a:prstGeom prst="line">
            <a:avLst/>
          </a:prstGeom>
          <a:noFill/>
          <a:ln w="12700">
            <a:solidFill>
              <a:srgbClr val="D6E4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266944"/>
            <a:ext cx="1083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工作坊前访谈 14 人；三个月后 12 人完成后访谈。论文 PDF 第 1、3、5 页。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2020, CC BY 4.0；示意图：WisWork 自制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参与者与证据路径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PPT-P0-13 / 04</a:t>
            </a:r>
            <a:endParaRPr lang="en-US" sz="1000" dirty="0"/>
          </a:p>
        </p:txBody>
      </p:sp>
      <p:pic>
        <p:nvPicPr>
          <p:cNvPr id="5" name="Image 0" descr="自制示意图 7，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285232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07（非研究数据）</a:t>
            </a:r>
            <a:endParaRPr lang="en-US" sz="1100" dirty="0"/>
          </a:p>
        </p:txBody>
      </p:sp>
      <p:pic>
        <p:nvPicPr>
          <p:cNvPr id="7" name="Image 1" descr="自制示意图 8，非研究测量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417320"/>
            <a:ext cx="5285232" cy="297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1344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08（非研究数据）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" y="5074920"/>
            <a:ext cx="11018520" cy="0"/>
          </a:xfrm>
          <a:prstGeom prst="line">
            <a:avLst/>
          </a:prstGeom>
          <a:noFill/>
          <a:ln w="12700">
            <a:solidFill>
              <a:srgbClr val="D6E4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266944"/>
            <a:ext cx="1083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左图为验收替换目标；示意图不代表原始研究数据。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2020, CC BY 4.0；示意图：WisWork 自制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六项清单均值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PPT-P0-13 / 05</a:t>
            </a:r>
            <a:endParaRPr lang="en-US" sz="1000" dirty="0"/>
          </a:p>
        </p:txBody>
      </p:sp>
      <p:pic>
        <p:nvPicPr>
          <p:cNvPr id="5" name="Image 0" descr="自制示意图 9，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285232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09（非研究数据）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172200" y="1426464"/>
          <a:ext cx="53949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074920"/>
            <a:ext cx="11018520" cy="0"/>
          </a:xfrm>
          <a:prstGeom prst="line">
            <a:avLst/>
          </a:prstGeom>
          <a:noFill/>
          <a:ln w="12700">
            <a:solidFill>
              <a:srgbClr val="D6E4E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" y="5266944"/>
            <a:ext cx="1083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前测 1.6/6，三个月后 2.2/6；差异未达统计显著，p=0.318。论文 PDF 第 5 页。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2020, CC BY 4.0；示意图：WisWork 自制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开源软件使用：不同分母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PPT-P0-13 / 06</a:t>
            </a:r>
            <a:endParaRPr lang="en-US" sz="1000" dirty="0"/>
          </a:p>
        </p:txBody>
      </p:sp>
      <p:pic>
        <p:nvPicPr>
          <p:cNvPr id="5" name="Image 0" descr="自制示意图 10，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285232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10（非研究数据）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172200" y="1426464"/>
          <a:ext cx="53949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074920"/>
            <a:ext cx="11018520" cy="0"/>
          </a:xfrm>
          <a:prstGeom prst="line">
            <a:avLst/>
          </a:prstGeom>
          <a:noFill/>
          <a:ln w="12700">
            <a:solidFill>
              <a:srgbClr val="D6E4E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" y="5266944"/>
            <a:ext cx="1083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1：前测 7/14，后测 10/12；不能当作同一批人逐个转变。论文 PDF 第 5 页。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2020, CC BY 4.0；示意图：WisWork 自制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解释边界与局限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PPT-P0-13 / 07</a:t>
            </a:r>
            <a:endParaRPr lang="en-US" sz="1000" dirty="0"/>
          </a:p>
        </p:txBody>
      </p:sp>
      <p:pic>
        <p:nvPicPr>
          <p:cNvPr id="5" name="Image 0" descr="自制示意图 11，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285232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11（非研究数据）</a:t>
            </a:r>
            <a:endParaRPr lang="en-US" sz="1100" dirty="0"/>
          </a:p>
        </p:txBody>
      </p:sp>
      <p:pic>
        <p:nvPicPr>
          <p:cNvPr id="7" name="Image 1" descr="自制示意图 12，非研究测量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417320"/>
            <a:ext cx="5285232" cy="297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1344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12（非研究数据）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" y="5074920"/>
            <a:ext cx="11018520" cy="0"/>
          </a:xfrm>
          <a:prstGeom prst="line">
            <a:avLst/>
          </a:prstGeom>
          <a:noFill/>
          <a:ln w="12700">
            <a:solidFill>
              <a:srgbClr val="D6E4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266944"/>
            <a:ext cx="1083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小样本、招募/应答偏差、单人编码、定量分析功效不足。论文 PDF 第 9 页。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2020, CC BY 4.0；示意图：WisWork 自制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6"/>
          </a:solidFill>
          <a:ln w="12700">
            <a:solidFill>
              <a:srgbClr val="0080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结论与后续审阅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0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PPT-P0-13 / 08</a:t>
            </a:r>
            <a:endParaRPr lang="en-US" sz="1000" dirty="0"/>
          </a:p>
        </p:txBody>
      </p:sp>
      <p:pic>
        <p:nvPicPr>
          <p:cNvPr id="5" name="Image 0" descr="自制示意图 1，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285232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01（非研究数据）</a:t>
            </a:r>
            <a:endParaRPr lang="en-US" sz="1100" dirty="0"/>
          </a:p>
        </p:txBody>
      </p:sp>
      <p:pic>
        <p:nvPicPr>
          <p:cNvPr id="7" name="Image 1" descr="自制示意图 3，非研究测量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417320"/>
            <a:ext cx="5285232" cy="297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1344" y="446227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自制示意图 03（非研究数据）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" y="5074920"/>
            <a:ext cx="11018520" cy="0"/>
          </a:xfrm>
          <a:prstGeom prst="line">
            <a:avLst/>
          </a:prstGeom>
          <a:noFill/>
          <a:ln w="12700">
            <a:solidFill>
              <a:srgbClr val="D6E4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266944"/>
            <a:ext cx="1083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本稿为候选现稿；科研审阅和真实 PowerPoint 保存重开尚未完成。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1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2020, CC BY 4.0；示意图：WisWork 自制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reproducibility workshop: benchmark draft</dc:title>
  <dc:subject>PPT-P0-13 self-authored image-dense research draft</dc:subject>
  <dc:creator>WisWork benchmark team</dc:creator>
  <cp:lastModifiedBy>WisWork benchmark team</cp:lastModifiedBy>
  <cp:revision>1</cp:revision>
  <dcterms:created xsi:type="dcterms:W3CDTF">2026-09-28T11:51:56Z</dcterms:created>
  <dcterms:modified xsi:type="dcterms:W3CDTF">2026-09-28T11:51:56Z</dcterms:modified>
</cp:coreProperties>
</file>