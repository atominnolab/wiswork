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六项清单均值</c:v>
                </c:pt>
              </c:strCache>
            </c:strRef>
          </c:tx>
          <c:spPr>
            <a:solidFill>
              <a:srgbClr val="0080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前测</c:v>
                  </c:pt>
                  <c:pt idx="1">
                    <c:v>三个月后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</c:v>
                </c:pt>
                <c:pt idx="1">
                  <c:v>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开源软件使用人数</c:v>
                </c:pt>
              </c:strCache>
            </c:strRef>
          </c:tx>
          <c:spPr>
            <a:solidFill>
              <a:srgbClr val="0080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前测 n=14</c:v>
                  </c:pt>
                  <c:pt idx="1">
                    <c:v>后测 n=12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计算可复现性工作坊：研究汇报
来源：Deardorff et al., PLOS ONE 2020；本稿为待审候选。
[source-1] Deardorff et al., PLOS ONE 2020, doi:10.1371/journal.pone.0230697 · 第 1 页
论文研究事实仍待人工审阅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研究问题与汇报范围
来源：Deardorff et al., PLOS ONE 2020；本稿为待审候选。
[source-1] Deardorff et al., PLOS ONE 2020, doi:10.1371/journal.pone.0230697 · 第 1 页
论文研究事实仍待人工审阅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研究方法与时间点
来源：Deardorff et al., PLOS ONE 2020；本稿为待审候选。
[source-1] Deardorff et al., PLOS ONE 2020, doi:10.1371/journal.pone.0230697 · 第 1 页
论文研究事实仍待人工审阅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参与者与证据路径
来源：Deardorff et al., PLOS ONE 2020；本稿为待审候选。
[source-1] Deardorff et al., PLOS ONE 2020, doi:10.1371/journal.pone.0230697 · 第 1 页
论文研究事实仍待人工审阅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六项清单均值
来源：Deardorff et al., PLOS ONE 2020；本稿为待审候选。
[source-1] Deardorff et al., PLOS ONE 2020, doi:10.1371/journal.pone.0230697 · 第 1 页
论文研究事实仍待人工审阅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开源软件使用：不同分母
来源：Deardorff et al., PLOS ONE 2020；本稿为待审候选。
[source-1] Deardorff et al., PLOS ONE 2020, doi:10.1371/journal.pone.0230697 · 第 1 页
论文研究事实仍待人工审阅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解释边界与局限
来源：Deardorff et al., PLOS ONE 2020；本稿为待审候选。
[source-1] Deardorff et al., PLOS ONE 2020, doi:10.1371/journal.pone.0230697 · 第 1 页
论文研究事实仍待人工审阅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结论与后续审阅
来源：Deardorff et al., PLOS ONE 2020；本稿为待审候选。
[source-1] Deardorff et al., PLOS ONE 2020, doi:10.1371/journal.pone.0230697 · 第 1 页
论文研究事实仍待人工审阅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计算可复现性工作坊：研究汇报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Deardorff 等，PLOS ONE 2020。此稿是现稿修改路径对照，研究主张仍待科研审阅。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3550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[source-1] Deardorff et al., PLOS ONE 2020, doi:10.1371/journal.pone.0230697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研究问题与汇报范围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研究关注编程工作坊与生物医学工作流程的计算可重复性；观察变化不等于因果证明。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3550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[source-1] Deardorff et al., PLOS ONE 2020, doi:10.1371/journal.pone.0230697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研究方法与时间点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工作坊前访谈 14 人，三个月后有 12 人完成后访谈；两时点分母不同。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3550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[source-1] Deardorff et al., PLOS ONE 2020, doi:10.1371/journal.pone.0230697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参与者与证据路径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先招募并访谈，再开展工作坊，三个月后进行后访谈。自制示意图不代表研究测量数据。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3550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left-caption"/>
          <p:cNvSpPr/>
          <p:nvPr/>
        </p:nvSpPr>
        <p:spPr>
          <a:xfrm>
            <a:off x="777240" y="5394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招募、工作坊、三个月后访谈</a:t>
            </a:r>
            <a:endParaRPr lang="en-US" sz="12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[source-1] Deardorff et al., PLOS ONE 2020, doi:10.1371/journal.pone.0230697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六项清单均值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六项清单平均分从 1.6/6 到 2.2/6；论文报告 p=0.318，未达统计显著。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3550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graphicFrame>
        <p:nvGraphicFramePr>
          <p:cNvPr id="5" name="checklist-chart" descr=""/>
          <p:cNvGraphicFramePr/>
          <p:nvPr/>
        </p:nvGraphicFramePr>
        <p:xfrm>
          <a:off x="914400" y="3657600"/>
          <a:ext cx="9144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[source-1] Deardorff et al., PLOS ONE 2020, doi:10.1371/journal.pone.0230697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开源软件使用：不同分母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1：开源软件使用计数前测 7/14，后测 10/12，不能将计数差视作同一人的逐个变化。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3550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graphicFrame>
        <p:nvGraphicFramePr>
          <p:cNvPr id="5" name="software-chart" descr=""/>
          <p:cNvGraphicFramePr/>
          <p:nvPr/>
        </p:nvGraphicFramePr>
        <p:xfrm>
          <a:off x="914400" y="3657600"/>
          <a:ext cx="9144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[source-1] Deardorff et al., PLOS ONE 2020, doi:10.1371/journal.pone.0230697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解释边界与局限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小样本、招募或应答偏差、单人编码及统计功效不足限制了推断。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3550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[source-1] Deardorff et al., PLOS ONE 2020, doi:10.1371/journal.pone.0230697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结论与后续审阅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结论和局限并列；科研审阅与真实 PowerPoint 验收尚未完成。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3550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[source-1] Deardorff et al., PLOS ONE 2020, doi:10.1371/journal.pone.0230697 · 第 1 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计算可复现性工作坊：同内容生成绑定稿候选</dc:title>
  <dc:subject>p0-15-generated-candidate</dc:subject>
  <dc:creator>WisWork</dc:creator>
  <cp:lastModifiedBy>WisWork</cp:lastModifiedBy>
  <cp:revision>1</cp:revision>
  <dcterms:created xsi:type="dcterms:W3CDTF">2026-09-28T13:01:32Z</dcterms:created>
  <dcterms:modified xsi:type="dcterms:W3CDTF">2026-09-28T13:01:32Z</dcterms:modified>
</cp:coreProperties>
</file>