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F86"/>
          </a:solidFill>
          <a:ln w="12700">
            <a:solidFill>
              <a:srgbClr val="007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WW  /  RESEARCH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6355080"/>
            <a:ext cx="11018520" cy="0"/>
          </a:xfrm>
          <a:prstGeom prst="line">
            <a:avLst/>
          </a:prstGeom>
          <a:noFill/>
          <a:ln w="12700">
            <a:solidFill>
              <a:srgbClr val="D8E2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19088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来源与日期须在每页可见  •  自制基准模板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1078992"/>
            <a:ext cx="146304" cy="4206240"/>
          </a:xfrm>
          <a:prstGeom prst="rect">
            <a:avLst/>
          </a:prstGeom>
          <a:solidFill>
            <a:srgbClr val="007F86"/>
          </a:solidFill>
          <a:ln w="12700">
            <a:solidFill>
              <a:srgbClr val="007F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087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2A43"/>
                </a:solidFill>
                <a:latin typeface="WisWork Benchmark Display 2026" pitchFamily="34" charset="0"/>
                <a:ea typeface="WisWork Benchmark Display 2026" pitchFamily="34" charset="-122"/>
                <a:cs typeface="WisWork Benchmark Display 2026" pitchFamily="34" charset="-120"/>
              </a:rPr>
              <a:t>研究汇报标题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41832" y="2606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副标题与研究范围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41832" y="44531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报告日期 / 汇报人 / 来源版本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F86"/>
          </a:solidFill>
          <a:ln w="12700">
            <a:solidFill>
              <a:srgbClr val="007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WW  /  RESEARCH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6355080"/>
            <a:ext cx="11018520" cy="0"/>
          </a:xfrm>
          <a:prstGeom prst="line">
            <a:avLst/>
          </a:prstGeom>
          <a:noFill/>
          <a:ln w="12700">
            <a:solidFill>
              <a:srgbClr val="D8E2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19088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来源与日期须在每页可见  •  自制基准模板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66928" y="8595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WisWork Benchmark Display 2026" pitchFamily="34" charset="0"/>
                <a:ea typeface="WisWork Benchmark Display 2026" pitchFamily="34" charset="-122"/>
                <a:cs typeface="WisWork Benchmark Display 2026" pitchFamily="34" charset="-120"/>
              </a:rPr>
              <a:t>单页结论标题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6446520" cy="4160520"/>
          </a:xfrm>
          <a:prstGeom prst="rect">
            <a:avLst/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84248"/>
            <a:ext cx="5852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左侧正文或原生图表区域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关键发现应有来源与限定语。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360920" y="1737360"/>
            <a:ext cx="423367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62672" y="207568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右侧证据或图片区域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62672" y="49834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来源：作者、年份、页码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截至：YYYY-MM-DD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F86"/>
          </a:solidFill>
          <a:ln w="12700">
            <a:solidFill>
              <a:srgbClr val="007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WW  /  RESEARCH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6355080"/>
            <a:ext cx="11018520" cy="0"/>
          </a:xfrm>
          <a:prstGeom prst="line">
            <a:avLst/>
          </a:prstGeom>
          <a:noFill/>
          <a:ln w="12700">
            <a:solidFill>
              <a:srgbClr val="D8E2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19088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来源与日期须在每页可见  •  自制基准模板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66928" y="8595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WisWork Benchmark Display 2026" pitchFamily="34" charset="0"/>
                <a:ea typeface="WisWork Benchmark Display 2026" pitchFamily="34" charset="-122"/>
                <a:cs typeface="WisWork Benchmark Display 2026" pitchFamily="34" charset="-120"/>
              </a:rPr>
              <a:t>数据图表页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110185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0116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在此放置原生可编辑图表；标明分母、单位、期间与来源。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1832" y="50932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本模板只定义布局，不预填研究数据。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WisWork Benchmark Display 2026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WisWork Benchmark Research Template</dc:title>
  <dc:subject>PPT-P0-12 self-authored brand template</dc:subject>
  <dc:creator>WisWork benchmark team</dc:creator>
  <cp:lastModifiedBy>WisWork benchmark team</cp:lastModifiedBy>
  <cp:revision>1</cp:revision>
  <dcterms:created xsi:type="dcterms:W3CDTF">2026-09-28T09:38:17Z</dcterms:created>
  <dcterms:modified xsi:type="dcterms:W3CDTF">2026-09-28T09:38:17Z</dcterms:modified>
</cp:coreProperties>
</file>