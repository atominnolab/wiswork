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报告使用开源软件的人数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 n=14</c:v>
                  </c:pt>
                  <c:pt idx="1">
                    <c:v>三个月后 n=12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封面与研究边界
候选研究稿；来源和故障后状态需逐页核对，真实 PowerPoint 验收待完成。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问题、样本与工作坊流程
候选研究稿；来源和故障后状态需逐页核对，真实 PowerPoint 验收待完成。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研究方法与六项清单
候选研究稿；来源和故障后状态需逐页核对，真实 PowerPoint 验收待完成。
[sample] doi:10.1371/journal.pone.0230697 · 第 5 页
培训前 14 人、三个月后 12 人
[checklist-design] doi:10.1371/journal.pone.0230697.s001 · PDF 第 1 页
六项清单的项目见论文 S1 补充材料；它不是参与者原始分数表。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参与者与前后访谈路径
候选研究稿；来源和故障后状态需逐页核对，真实 PowerPoint 验收待完成。
[sample] doi:10.1371/journal.pone.0230697 · 第 5 页
培训前 14 人、三个月后 12 人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清单分数和显著性
候选研究稿；来源和故障后状态需逐页核对，真实 PowerPoint 验收待完成。
[score] doi:10.1371/journal.pone.0230697 · 第 5 页
均分 1.6/6 到 2.2/6；p=0.318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1 开源软件使用计数的原生图表
候选研究稿；来源和故障后状态需逐页核对，真实 PowerPoint 验收待完成。
[open-source] doi:10.1371/journal.pone.0230697 · 第 5 页
开源软件使用 7/14 到 10/12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定性观察与证据限制
候选研究稿；来源和故障后状态需逐页核对，真实 PowerPoint 验收待完成。
[limitations] doi:10.1371/journal.pone.0230697 · 第 9 页
小样本、选择/应答、单人编码和功效限制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结论、局限与下一步
候选研究稿；来源和故障后状态需逐页核对，真实 PowerPoint 验收待完成。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封面与研究边界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Deardorff（2020）生物医学研究人员编程工作坊研究；本稿为待科研审阅候选。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2020，PLOS ONE；候选参考稿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问题、样本与工作坊流程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研究问题聚焦计算工作流可复现性；观察性结果不能解释为工作坊因果效果。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1、3 页；仅限本研究样本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研究方法与六项清单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论文采用工作坊前后访谈与六项清单；前访谈 14 人，三个月后完成后访谈 12 人。S1 是空白清单。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3、5 页；前后测分母不同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[sample] doi:10.1371/journal.pone.0230697 · 第 5 页；[checklist-design] doi:10.1371/journal.pone.0230697.s001 · PDF 第 1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参与者与前后访谈路径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研究路径为招募与前测、编程工作坊、三个月后访谈；两时点分母不同。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来源：S1 Checklist PDF 第 1 页；论文 PDF 第 5 页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[sample] doi:10.1371/journal.pone.0230697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清单分数和显著性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六项清单均值由 1.6/6 到 2.2/6，论文报告 p=0.318，未达统计显著。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5 页；p = 0.318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[score] doi:10.1371/journal.pone.0230697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 开源软件使用计数的原生图表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 开源软件使用计数前测 7/14、三个月后 10/12；图中保留不同分母。</a:t>
            </a:r>
            <a:endParaRPr lang="en-US" sz="1900" dirty="0"/>
          </a:p>
        </p:txBody>
      </p:sp>
      <p:graphicFrame>
        <p:nvGraphicFramePr>
          <p:cNvPr id="4" name="table1-open-source-native" descr=""/>
          <p:cNvGraphicFramePr/>
          <p:nvPr/>
        </p:nvGraphicFramePr>
        <p:xfrm>
          <a:off x="914400" y="2606040"/>
          <a:ext cx="9875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5 页 Table 1；前测 n=14、后测 n=12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[open-source] doi:10.1371/journal.pone.0230697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定性观察与证据限制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小样本、招募或应答偏差、单人编码与统计功效不足限制解释。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5、9 页；局限见第 9 页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[limitations] doi:10.1371/journal.pone.0230697 · 第 9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结论、局限与下一步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只交付已核验的页面和回执；故障或结束时不把部分成果称为完成。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原件已冻结；科研审阅与 PowerPoint 宿主验收待完成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计算可复现性研究：瞬时错误与诚实交付候选</dc:title>
  <dc:subject>p0-20-fault-recovery-reference</dc:subject>
  <dc:creator>WisWork</dc:creator>
  <cp:lastModifiedBy>WisWork</cp:lastModifiedBy>
  <cp:revision>1</cp:revision>
  <dcterms:created xsi:type="dcterms:W3CDTF">2026-10-01T05:56:06Z</dcterms:created>
  <dcterms:modified xsi:type="dcterms:W3CDTF">2026-10-01T05:56:06Z</dcterms:modified>
</cp:coreProperties>
</file>